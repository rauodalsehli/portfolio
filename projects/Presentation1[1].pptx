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35"/>
  </p:notesMasterIdLst>
  <p:sldIdLst>
    <p:sldId id="258" r:id="rId2"/>
    <p:sldId id="259" r:id="rId3"/>
    <p:sldId id="260" r:id="rId4"/>
    <p:sldId id="261" r:id="rId5"/>
    <p:sldId id="262" r:id="rId6"/>
    <p:sldId id="263" r:id="rId7"/>
    <p:sldId id="264" r:id="rId8"/>
    <p:sldId id="266" r:id="rId9"/>
    <p:sldId id="267" r:id="rId10"/>
    <p:sldId id="303" r:id="rId11"/>
    <p:sldId id="268" r:id="rId12"/>
    <p:sldId id="269" r:id="rId13"/>
    <p:sldId id="279" r:id="rId14"/>
    <p:sldId id="304" r:id="rId15"/>
    <p:sldId id="283" r:id="rId16"/>
    <p:sldId id="305" r:id="rId17"/>
    <p:sldId id="280" r:id="rId18"/>
    <p:sldId id="281" r:id="rId19"/>
    <p:sldId id="306" r:id="rId20"/>
    <p:sldId id="272" r:id="rId21"/>
    <p:sldId id="273" r:id="rId22"/>
    <p:sldId id="307" r:id="rId23"/>
    <p:sldId id="282" r:id="rId24"/>
    <p:sldId id="285" r:id="rId25"/>
    <p:sldId id="286" r:id="rId26"/>
    <p:sldId id="287" r:id="rId27"/>
    <p:sldId id="301" r:id="rId28"/>
    <p:sldId id="302" r:id="rId29"/>
    <p:sldId id="300" r:id="rId30"/>
    <p:sldId id="288" r:id="rId31"/>
    <p:sldId id="291" r:id="rId32"/>
    <p:sldId id="292" r:id="rId33"/>
    <p:sldId id="293" r:id="rId34"/>
  </p:sldIdLst>
  <p:sldSz cx="12192000" cy="6858000"/>
  <p:notesSz cx="6858000" cy="9144000"/>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808080"/>
    <a:srgbClr val="FFFF00"/>
    <a:srgbClr val="000000"/>
    <a:srgbClr val="73738B"/>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89291" autoAdjust="0"/>
  </p:normalViewPr>
  <p:slideViewPr>
    <p:cSldViewPr snapToGrid="0">
      <p:cViewPr varScale="1">
        <p:scale>
          <a:sx n="113" d="100"/>
          <a:sy n="113" d="100"/>
        </p:scale>
        <p:origin x="4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08.478"/>
    </inkml:context>
    <inkml:brush xml:id="br0">
      <inkml:brushProperty name="width" value="0.05" units="cm"/>
      <inkml:brushProperty name="height" value="0.05" units="cm"/>
      <inkml:brushProperty name="color" value="#17ADB5"/>
    </inkml:brush>
  </inkml:definitions>
  <inkml:trace contextRef="#ctx0" brushRef="#br0">104 1 24575,'0'79'0,"-17"401"0,14-424 0,3-42 0,0 1 0,-1-2 0,-1 2 0,1 0 0,-2-2 0,-1 2 0,-6 17 0,7-38 0,2 2 0,-2-1 0,2 1 0,-1-1 0,1-1 0,0 2 0,-1-9 0,2 4 0,2-1 0,0 2 0,0-1 0,0 0 0,2 1 0,-1-2 0,9-14 0,-21 71 0,7-46 0,2 2 0,-1 0 0,0-2 0,1 2 0,-2-2 0,1 2 0,0-2 0,-1 2 0,1-2 0,0 0 0,-1 2 0,1-2 0,-2 1 0,2-1 0,0 0 0,-2 1 0,2-1 0,-2 0 0,2 1 0,-2-1 0,2-1 0,-2 1 0,0-1 0,2 2 0,-2-2 0,1 0 0,0 1 0,0-1 0,-1 0 0,2 0 0,-6 0 0,58-16 0,-22 16 0,-18 4 0,-22 5 0,-24-1 0,31-8 0,0 2 0,0-2 0,0 1 0,2-1 0,-2 1 0,0 1 0,0-1 0,-4 3 0,8-4 0,0 1 0,0-1 0,0 0 0,0 0 0,0 2 0,0-2 0,0 0 0,0 0 0,0 1 0,0-1 0,0 0 0,0 0 0,0 1 0,0-1 0,1 0 0,-1 0 0,0 0 0,0 2 0,0-2 0,0 0 0,0 0 0,0 0 0,1 1 0,-1-1 0,0 0 0,0 0 0,0 0 0,0 0 0,2 1 0,-2-1 0,0 0 0,0 0 0,1 0 0,-1 0 0,0 0 0,0 0 0,0 0 0,1 0 0,-1 0 0,0 0 0,0 0 0,2 0 0,-2 0 0,26 12 0,-7-4 0,-18-5 0,2 0 0,-2-1 0,2 1 0,-2 0 0,1-1 0,-1 2 0,0-1 0,1 0 0,-2 1 0,1-2 0,0 1 0,-1 1 0,0-1 0,2 5 0,-2-6 0,0 0 0,0 0 0,0 1 0,0-2 0,0 2 0,0 0 0,0-2 0,0 2 0,-2-2 0,2 2 0,-1-2 0,1 2 0,-1-2 0,1 2 0,-2-2 0,1 2 0,0-2 0,-1 2 0,1-2 0,0 0 0,-1 1 0,0 2 0,-1-4 0,2 1 0,-2 0 0,2-1 0,-2 0 0,2 2 0,-2-2 0,2 0 0,-2 0 0,2 0 0,-2 0 0,0 0 0,2 0 0,-2 0 0,2-2 0,-2 2 0,2 0 0,-2-1 0,2 1 0,-2-1 0,2-1 0,0 2 0,-2-1 0,2 0 0,-1-1 0,0 1 0,0 0 0,1-1 0,0 1 0,-1 0 0,1-2 0,0 2 0,-1-1 0,1 1 0,1-2 0,-1 2 0,-1-3 0,1 3 0,0-1 0,1 0 0,0 0 0,-2 1 0,2 0 0,0-1 0,-1 1 0,1-2 0,0 2 0,0 0 0,0-1 0,0 1 0,0 0 0,0-2 0,0 2 0,1-1 0,-1 1 0,0 0 0,2-1 0,-2 0 0,1 0 0,-1 1 0,1 0 0,-1-1 0,2 1 0,-1 0 0,0-1 0,-1 1 0,2 1 0,-1-1 0,0-1 0,1 1 0,-1 1 0,0-1 0,1-1 0,-1 2 0,0-1 0,1 1 0,-1-1 0,0 1 0,2 0 0,-2-2 0,1 2 0,-1 0 0,0 0 0,2 0 0,-2 0 0,2 0 0,36 4 0,-38-4 0,-1 0 0,1 0 0,-1 2 0,2-2 0,-2 0 0,1 0 0,-1 1 0,1-1 0,-1 0 0,2 0 0,-2 1 0,1-1 0,-1 2 0,0-2 0,1 0 0,-1 1 0,0-1 0,2 1 0,-2-1 0,0 2 0,1-2 0,-1 1 0,0-1 0,0 1 0,0-1 0,0 2 0,1-2 0,-1 1 0,0-1 0,0 1 0,0 1 0,0-2 0,0 1 0,0-1 0,0 1 0,-1-1 0,1 2 0,0-2 0,0 1 0,0-1 0,0 1 0,-1-1 0,1 2 0,0-2 0,0 1 0,-2-1 0,2 1 0,-1-1 0,1 2 0,-5 0 0,3-10 0,9-16 0,-7 24 0,1-1 0,-1 0 0,2 1 0,-2-2 0,1 2 0,-1-1 0,1 1 0,-1-1 0,2 1 0,-2-2 0,1 2 0,0-1 0,-1 1 0,2 0 0,-1-1 0,-1 1 0,1 0 0,1 0 0,-2-2 0,1 2 0,0 0 0,1 0 0,-2 0 0,1 0 0,0 0 0,-1 0 0,2 0 0,-1 0 0,0 0 0,-1 0 0,2 0 0,-1 2 0,0-2 0,-1 0 0,2 1 0,-1-1 0,-1 0 0,1 1 0,-1-1 0,2 0 0,-1 2 0,-1-2 0,1 1 0,-1 0 0,2-1 0,-2 2 0,1-2 0,-1 1 0,0 0 0,1-1 0,-1 2 0,0-1 0,2-1 0,-2 1 0,0 1 0,0 0 0,1 0 0,0 0 0,-1 0 0,2 0 0,-2 0 0,1 0 0,-1 0 0,0 0 0,0 0 0,0 0 0,0 1 0,0-2 0,0 2 0,0-2 0,0 2 0,-1-2 0,1 2 0,-2-2 0,2 2 0,-1-2 0,1 2 0,-1-2 0,-1 2 0,1-2 0,0 1 0,1 0 0,-4 1 0,4-3 0,0 1 0,-2-1 0,2 0 0,0 0 0,0 0 0,0 0 0,-1 2 0,1-2 0,0 0 0,0 0 0,-1 0 0,1 0 0,0 0 0,-2 0 0,2 0 0,0 0 0,0 0 0,-1 0 0,1 0 0,0 0 0,-1 0 0,1 0 0,0 0 0,0 0 0,-2 0 0,2 0 0,0-2 0,0 2 0,-1 0 0,1 0 0,0 0 0,0 0 0,0-1 0,-1 1 0,1 0 0,0 0 0,0 0 0,0-1 0,-2 1 0,2 0 0,-5-22 0,8-20 0,11-37 0,-6 50 0,-8 25 0,-1 12 0,1-6 0,0 0 0,0 0 0,-1 0 0,1 0 0,-2 1 0,2-2 0,-1 2 0,0-2 0,-1 1 0,2 0 0,-1 0 0,0 0 0,-3 2 0,-4-6 0,5-20 0,3 17 0,0 0 0,1-1 0,1 1 0,-1 0 0,0-1 0,2 1 0,-2 0 0,2-1 0,0 2 0,-1-1 0,1 1 0,0-1 0,1 1 0,0 0 0,-2 0 0,9-6 0,-11 10 0,1 0 0,-1 0 0,2 0 0,-2 0 0,1 0 0,-1 0 0,0 0 0,1 0 0,-1 2 0,2-2 0,-2 0 0,1 0 0,-1 1 0,0-1 0,1 0 0,-1 0 0,0 1 0,2-1 0,-2 0 0,0 2 0,1-2 0,-1 0 0,0 1 0,0-1 0,1 1 0,-1-1 0,0 2 0,0-2 0,0 0 0,0 1 0,2-1 0,-2 1 0,0-1 0,0 2 0,0-2 0,0 1 0,0-1 0,0 1 0,0-1 0,-2 2 0,2-2 0,0 1 0,0 38 0,0-35 0,0 13 0,0-4 0,0-30 0,2-36 0,-1 34 0,0-1 0,-1 0 0,-1 1 0,-4-26 0,6 45 0,-1 0 0,0 0 0,0 0 0,0 0 0,0 0 0,0-1 0,0 1 0,0 0 0,0 0 0,0 0 0,0 0 0,0 0 0,0 0 0,0-2 0,0 2 0,0 0 0,0 0 0,0 0 0,0 0 0,0 0 0,0 0 0,0-1 0,0 1 0,0 0 0,0 0 0,0 0 0,0 0 0,0 0 0,0 0 0,0 0 0,0-1 0,-1 1 0,1 0 0,0 0 0,0 0 0,0 0 0,0 0 0,0 0 0,0 0 0,0 0 0,0 0 0,-2 0 0,2 0 0,0 0 0,0 0 0,0 0 0,0-2 0,0 2 0,0 0 0,-1 0 0,1 0 0,0 0 0,0 0 0,0 0 0,0 0 0,0 2 0,0-2 0,-1 0 0,1 0 0,0 0 0,0 0 0,0 0 0,0 0 0,0 0 0,0 0 0,-2 0 0,-3 17 0,-2 23 0,6 7 0,-6 31 0,11-92 0,-2 4 0,-1 1 0,2 0 0,-1-1 0,2 1 0,6-12 0,0-2 0,-8 16 0,0 2 0,1 0 0,0-1 0,-1 1 0,1 0 0,1-1 0,-1 1 0,1 0 0,0 1 0,8-8 0,-12 12 0,0 0 0,0 0 0,0 0 0,1 0 0,-1 0 0,0 0 0,0 1 0,0-1 0,1 0 0,-1 0 0,0 0 0,0 0 0,0 0 0,2 0 0,-2 0 0,0 1 0,0-1 0,0 0 0,0 0 0,0 0 0,0 0 0,1 0 0,-1 2 0,0-2 0,0 0 0,0 0 0,0 0 0,0 1 0,0-1 0,0 0 0,0 0 0,0 0 0,0 1 0,0-1 0,0 0 0,0 0 0,0 0 0,0 2 0,0-2 0,0 0 0,0 0 0,0 0 0,0 1 0,0-1 0,0 0 0,0 0 0,0 0 0,-1 1 0,1-1 0,0 0 0,0 0 0,-6 27 0,4-11 0,2-16 0,1 0 0,-1 1 0,1-1 0,1 0 0,-2 2 0,1-2 0,-1 0 0,1 0 0,1 1 0,-2-1 0,1 0 0,0 0 0,-1 0 0,2 0 0,-1 0 0,-1 0 0,1 0 0,1 0 0,-2 0 0,1 0 0,-1 0 0,1-1 0,1 1 0,-2 0 0,2-2 0,30-8 0,-16 3 0,58-8 0,-74 15 0,0 0 0,0 0 0,0 0 0,0 0 0,0 0 0,0 0 0,1 0 0,-1 0 0,0 0 0,0 0 0,0 0 0,0 0 0,0 0 0,0 0 0,0-1 0,1 1 0,-1 0 0,0 0 0,0 0 0,0 0 0,0 0 0,0 0 0,0 0 0,0-1 0,0 1 0,0 0 0,0 0 0,0 0 0,0 0 0,0 0 0,0-2 0,0 2 0,0 0 0,0 0 0,0 0 0,0 0 0,0 0 0,0 0 0,0-1 0,0 1 0,0 0 0,0 0 0,0 0 0,0 0 0,0 0 0,0 0 0,0-1 0,0 1 0,0 0 0,-1 0 0,1 0 0,0 0 0,-13-10 0,-15-2 0,0 6 0,20 4 0,1 2 0,0-2 0,1 0 0,-2 0 0,1 0 0,0-2 0,-11-5 0,63 10 0,90 35-1365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13.531"/>
    </inkml:context>
    <inkml:brush xml:id="br0">
      <inkml:brushProperty name="width" value="0.05" units="cm"/>
      <inkml:brushProperty name="height" value="0.05" units="cm"/>
      <inkml:brushProperty name="color" value="#17ADB5"/>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18.231"/>
    </inkml:context>
    <inkml:brush xml:id="br0">
      <inkml:brushProperty name="width" value="0.05" units="cm"/>
      <inkml:brushProperty name="height" value="0.05" units="cm"/>
      <inkml:brushProperty name="color" value="#17ADB5"/>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19.662"/>
    </inkml:context>
    <inkml:brush xml:id="br0">
      <inkml:brushProperty name="width" value="0.05" units="cm"/>
      <inkml:brushProperty name="height" value="0.05" units="cm"/>
      <inkml:brushProperty name="color" value="#17ADB5"/>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20.977"/>
    </inkml:context>
    <inkml:brush xml:id="br0">
      <inkml:brushProperty name="width" value="0.05" units="cm"/>
      <inkml:brushProperty name="height" value="0.05" units="cm"/>
      <inkml:brushProperty name="color" value="#17ADB5"/>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21.864"/>
    </inkml:context>
    <inkml:brush xml:id="br0">
      <inkml:brushProperty name="width" value="0.05" units="cm"/>
      <inkml:brushProperty name="height" value="0.05" units="cm"/>
      <inkml:brushProperty name="color" value="#17ADB5"/>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24.441"/>
    </inkml:context>
    <inkml:brush xml:id="br0">
      <inkml:brushProperty name="width" value="0.05" units="cm"/>
      <inkml:brushProperty name="height" value="0.05" units="cm"/>
      <inkml:brushProperty name="color" value="#17ADB5"/>
    </inkml:brush>
  </inkml:definitions>
  <inkml:trace contextRef="#ctx0" brushRef="#br0">0 33 24575,'413'8'0,"-361"-9"0,2-2 0,79-15 0,-62 8 0,-2 4 0,2 3 0,99 8 0,-68 6 0,36 0 0,106-5 0,-233-10-1365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25.237"/>
    </inkml:context>
    <inkml:brush xml:id="br0">
      <inkml:brushProperty name="width" value="0.05" units="cm"/>
      <inkml:brushProperty name="height" value="0.05" units="cm"/>
      <inkml:brushProperty name="color" value="#17ADB5"/>
    </inkml:brush>
  </inkml:definitions>
  <inkml:trace contextRef="#ctx0" brushRef="#br0">359 7 24575,'-88'-3'0,"50"0"0,1 2 0,0 2 0,-50 7 0,15 8-1365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32.139"/>
    </inkml:context>
    <inkml:brush xml:id="br0">
      <inkml:brushProperty name="width" value="0.05" units="cm"/>
      <inkml:brushProperty name="height" value="0.05" units="cm"/>
      <inkml:brushProperty name="color" value="#17ADB5"/>
    </inkml:brush>
  </inkml:definitions>
  <inkml:trace contextRef="#ctx0" brushRef="#br0">44 102 24575,'2'0'0,"2"0"0,-1 0 0,0 0 0,-1 0 0,2-1 0,-1 1 0,0-1 0,-1 1 0,1-2 0,1 1 0,-1 0 0,-1-1 0,1 1 0,0 0 0,-2-1 0,2 0 0,-1 0 0,1 0 0,-2 0 0,2 0 0,-2-1 0,2 2 0,-2-2 0,1 0 0,0 1 0,0-1 0,-1 0 0,0 1 0,-1-1 0,2 0 0,0-6 0,-2 9 0,0-1 0,2-1 0,-2 1 0,1 0 0,-1-1 0,0 2 0,1-1 0,1 0 0,-2-1 0,1 2 0,-1-1 0,1 0 0,1 1 0,-1-2 0,-1 2 0,1-1 0,1 1 0,-1-1 0,0 1 0,-1 0 0,2-2 0,-1 2 0,0 0 0,2-1 0,0 0 0,-11-3 0,-2-3 0,8 6 0,0-1 0,1 1 0,0 0 0,-1 1 0,0-2 0,0 1 0,1 1 0,-2-1 0,2 1 0,-2-2 0,2 2 0,0-1 0,-2 1 0,2 0 0,-2 0 0,2 0 0,-2 0 0,2 0 0,-2 0 0,2 0 0,-2 1 0,2-1 0,-2 0 0,2 2 0,-1-2 0,0 1 0,0 0 0,1-1 0,-2 2 0,2-1 0,0 0 0,-1 1 0,1-1 0,-2 0 0,1 3 0,-22 14 0,8-9 0,-3 6 0,19-14 0,1 0 0,-1 1 0,2-1 0,-1-1 0,0 1 0,-1 1 0,2-1 0,-1-1 0,0 1 0,1-1 0,-1 2 0,-1-2 0,1 1 0,1-1 0,-1 1 0,0-1 0,1 0 0,-1 0 0,0 2 0,3-2 0,140 42 0,75 28 0,-216-69 0,-11-4 0,-35-11 0,16 4 0,-46-23 0,73 33 0,0 0 0,-1 0 0,1 0 0,0 0 0,0 0 0,0 0 0,-2 0 0,2 0 0,0 0 0,0 0 0,0 0 0,0 0 0,-1 0 0,1 0 0,0-1 0,0 1 0,0 0 0,0 0 0,0 0 0,0 0 0,-1 0 0,1 0 0,0-2 0,0 2 0,0 0 0,0 0 0,0 0 0,0-1 0,0 1 0,0 0 0,0 0 0,0 0 0,0 0 0,0-1 0,0 1 0,0 0 0,0 0 0,0 0 0,0-2 0,0 2 0,0 0 0,0 0 0,0 0 0,0-1 0,14-2 0,32 6 0,-38-2 0,-8-1 0,0 0 0,0 0 0,0 0 0,0 0 0,0 0 0,0 0 0,0-1 0,0 1 0,0 0 0,0 0 0,0 0 0,0 0 0,0 0 0,0 0 0,0 0 0,0 0 0,0 0 0,0 0 0,0 0 0,0 0 0,0 0 0,0 0 0,0 0 0,0 0 0,0 0 0,0 0 0,0 0 0,0-1 0,0 1 0,0 0 0,0 0 0,0 0 0,0 0 0,0 0 0,0 0 0,0 0 0,0 0 0,0 0 0,0 0 0,0 0 0,0 0 0,0 0 0,0 0 0,0 0 0,0 0 0,0 0 0,-14-7 0,-23-9 0,29 12 0,-121-60 0,129 64 0,-2 1 0,2-1 0,0 0 0,0 0 0,0 0 0,0 0 0,0 0 0,0 0 0,-1 0 0,1 0 0,0 0 0,0 0 0,0 0 0,0 0 0,0 0 0,0 0 0,-1 0 0,1 0 0,0-1 0,0 1 0,0 0 0,0 0 0,0 0 0,0 0 0,0 0 0,-2 0 0,2 0 0,0 0 0,0 0 0,0 0 0,0-1 0,0 1 0,0 0 0,0 0 0,0 0 0,0 0 0,0 0 0,0 0 0,0 0 0,0-2 0,0 2 0,0 0 0,0 0 0,0 0 0,0 0 0,0 0 0,0 0 0,0-1 0,0 1 0,0 0 0,0 0 0,0 0 0,0 0 0,0 0 0,0 0 0,0-1 0,0 1 0,0 0 0,0 0 0,0 0 0,0 0 0,0 0 0,0 0 0,0 0 0,2 0 0,-2-2 0,17 0 0,24 3 0,78 38 0,-191-65 0,64 22 0,9 4 0,42 20 0,44 20 0,113 38 0,-195-77 0,-14-8 0,-21-5 0,-60-12 0,191 22 0,-65 2 0,-24 0 0,-35-2 0,-171-20 0,131 11 0,220 18 0,-14 14 0,154 18 0,-261-34-37,-25-4-153,0 1 1,-1-1-1,1 0 0,0-1 0,-1 0 1,13-1-1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4:57.885"/>
    </inkml:context>
    <inkml:brush xml:id="br0">
      <inkml:brushProperty name="width" value="0.05" units="cm"/>
      <inkml:brushProperty name="height" value="0.05" units="cm"/>
      <inkml:brushProperty name="color" value="#17ADB5"/>
    </inkml:brush>
  </inkml:definitions>
  <inkml:trace contextRef="#ctx0" brushRef="#br0">0 1 24575,'139'9'0,"-101"-5"0,204-1 0,-138-6 0,1 11 0,-104-8 0,-1-1 0,0 1 0,2 0 0,-2 0 0,1 0 0,-1 0 0,0 1 0,1-1 0,-1 0 0,2 0 0,-2 0 0,0 0 0,1 0 0,-1 0 0,0 2 0,1-2 0,-1 0 0,0 0 0,2 0 0,-2 1 0,0-1 0,1 0 0,-1 1 0,0-1 0,0 0 0,1 2 0,-1-2 0,0 0 0,0 1 0,0-1 0,0 0 0,2 1 0,-2-1 0,0 0 0,0 2 0,0-2 0,0 1 0,0 0 0,2-17 0,5 7 0,-4 24 0,-2-2 0,4-20 0,5-7-1365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5:04.251"/>
    </inkml:context>
    <inkml:brush xml:id="br0">
      <inkml:brushProperty name="width" value="0.05" units="cm"/>
      <inkml:brushProperty name="height" value="0.05" units="cm"/>
      <inkml:brushProperty name="color" value="#17ADB5"/>
    </inkml:brush>
  </inkml:definitions>
  <inkml:trace contextRef="#ctx0" brushRef="#br0">1 40 24575,'0'-3'0,"0"2"0,1-2 0,-1 2 0,2-2 0,-2 2 0,1 0 0,0-2 0,-1 2 0,2-1 0,-1 0 0,0 0 0,1 1 0,-1 0 0,0-1 0,1 1 0,-1 0 0,0-1 0,1 1 0,0 0 0,0 1 0,-1-2 0,2 1 0,-2 1 0,0-1 0,2 1 0,-2-2 0,2 2 0,-2 0 0,2-1 0,-2 1 0,2 0 0,-2 0 0,2 0 0,1 0 0,16 0 0,1 0 0,33 5 0,-26-2 0,545 14 0,-552-23 0,-18 2 0,-7 9 0,-1-1 0,1 1 0,0 1 0,0-1 0,0 2 0,1-2 0,0 0 0,-1 2 0,2 0 0,-2 7 0,-6 8 0,-4 12 0,2 1 0,0 1 0,-6 41 0,17-73 0,6-24 0,-1 2 0,-1-2 0,0 1 0,-2-1 0,-1 0 0,0 0 0,-1 1 0,-1-1 0,-4-20 0,4 39 0,2 1 0,0-1 0,0-1 0,-1 1 0,1 0 0,-1-1 0,1 1 0,-2 1 0,2-1 0,-1-1 0,1 1 0,-1 1 0,-1-1 0,2-1 0,-1 2 0,0-1 0,1 1 0,-2-1 0,1-1 0,0 2 0,-1 0 0,1-1 0,1 1 0,-1 0 0,-1-1 0,1 1 0,0 0 0,-1 0 0,1 0 0,0 0 0,-1 0 0,1 0 0,0 0 0,-1 0 0,0 0 0,-24-4 0,26 4 0,0 0 0,0 0 0,-1 0 0,1-2 0,0 2 0,0 0 0,0 0 0,0-1 0,0 1 0,0 0 0,0 0 0,0-1 0,0 1 0,0 0 0,0 0 0,0-2 0,0 2 0,0 0 0,0 0 0,0-1 0,1 1 0,-1 0 0,0 0 0,0 0 0,0-1 0,0 1 0,0 0 0,0 0 0,2 0 0,-2-2 0,0 2 0,0 0 0,0 0 0,1 0 0,-1 0 0,0-1 0,0 1 0,0 0 0,1 0 0,-1 0 0,0 0 0,0 0 0,2 0 0,-2 0 0,0 0 0,0 0 0,1 0 0,-1 0 0,0 0 0,0 0 0,1 0 0,-1 0 0,0 0 0,22-7 0,-20 7 0,1 0 0,0-1 0,-1 2 0,1-1 0,0 0 0,-1 0 0,1 2 0,0-2 0,-1 1 0,1-1 0,0 1 0,-1 1 0,1-1 0,0 0 0,-2 1 0,2-1 0,-1 0 0,0 2 0,0-2 0,0 1 0,0 0 0,0 1 0,-1-2 0,2 2 0,-2 0 0,0-2 0,1 2 0,-1-1 0,0 1 0,-1 0 0,2-1 0,-1 1 0,-1 0 0,0-1 0,1 6 0,2 11 0,0 1 0,-2 0 0,-2 39 0,-1-35 0,2-15 0,-1 30 0,1-38 0,0 0 0,0-1 0,0 2 0,0-1 0,0 0 0,0 1 0,0-1 0,0-1 0,0 1 0,0 1 0,0-1 0,1 0 0,-1-1 0,0 2 0,2-1 0,-2 0 0,1-1 0,-1 2 0,1-1 0,-1-1 0,2 1 0,0 2 0,0-4 0,-1 1 0,0-2 0,1 2 0,0-1 0,0 1 0,-1-1 0,0 1 0,1-2 0,-1 1 0,0 0 0,1-1 0,-1 2 0,0-1 0,1 0 0,-2-1 0,1 1 0,0 0 0,-1-2 0,2 2 0,-1-1 0,-1 1 0,1 0 0,-1-1 0,0 0 0,2-1 0,10-44 0,-16 21 0,4 24 0,-2 2 0,2 0 0,0 0 0,0 0 0,-1 0 0,1-1 0,0 1 0,-1 0 0,1 0 0,0 0 0,-2 0 0,2 0 0,0 0 0,-1 0 0,1 0 0,0 0 0,-1 0 0,1 0 0,0 0 0,0 0 0,-2 1 0,2-1 0,0 0 0,-1 0 0,1 0 0,0 0 0,-1 0 0,1 2 0,0-2 0,0 0 0,-2 0 0,2 0 0,0 1 0,-38 44 0,19-21 0,22-29 0,18-26 0,-9 29 0,-3 23 0,-7 40 0,-2-59 0,1 0 0,-1 0 0,0-1 0,0 2 0,-1-2 0,1 0 0,0 2 0,0-2 0,0 1 0,-2-1 0,2 2 0,-1-2 0,1 0 0,-1 1 0,-1-1 0,2 0 0,-1 1 0,0 0 0,-1 0 0,2-1 0,-1-1 0,0 1 0,-1 1 0,1-1 0,0 0 0,-1-1 0,0 2 0,0-1 0,1-1 0,-3 3 0,4-5 0,0 2 0,0-1 0,0 1 0,0-1 0,0 1 0,0-2 0,0 2 0,0-1 0,0 1 0,0-1 0,1 1 0,-1-2 0,0 2 0,0-1 0,2 1 0,-2 0 0,0-1 0,1 1 0,-1-2 0,0 2 0,1 0 0,-1-1 0,2 1 0,-2 0 0,1 0 0,-1-1 0,0 1 0,3 0 0,-3-2 0,0 2 0,0 0 0,1 0 0,-1-1 0,0 1 0,1 0 0,-1 0 0,2-1 0,-2 1 0,0 0 0,1 0 0,-1 0 0,1 0 0,-1 0 0,0 0 0,2 0 0,-2 0 0,1 0 0,-1 0 0,1 0 0,-1 0 0,0 0 0,2 0 0,-2 0 0,1 0 0,-1 0 0,0 0 0,1 0 0,-1 1 0,2-1 0,-2 0 0,0 0 0,1 1 0,-1-1 0,0 0 0,1 0 0,-1 2 0,0-2 0,0 0 0,2 1 0,-2-1 0,0 0 0,0 1 0,1-1 0,-1 2 0,0-2 0,0 0 0,0 1 0,0-1 0,0 1 0,0-1 0,0 2 0,0-2 0,0 1 0,3 8 0,3 18 0,1-27 0,4-15 0,6-39 0,-16 44 0,2 1 0,0 0 0,1-1 0,6-15 0,-2 14 0,-6 14 0,-12 22 0,-10 9 0,20-33 0,0 0 0,-1 1 0,1-2 0,-1 1 0,1-1 0,-2 1 0,1 1 0,1-2 0,-1 1 0,-1-1 0,2 1 0,-1-1 0,0 0 0,1 2 0,-2-2 0,1 0 0,0 1 0,-1-1 0,2 0 0,-1 0 0,0 0 0,-1 1 0,1-1 0,-7 52 0,8-50-4,0-1-58,0 0 1,0 1-1,0 0 0,0 0 0,0-1 0,-1 2 0,1-2 0,0 0 0,-2 1 1,2 0-1,-1 0 0,0-1 0,1 0 0,-2 1 0,1-1 0,0 0 0,-1 1 0,2-1 1,-1 0-1,0 1 0,-3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5:06.292"/>
    </inkml:context>
    <inkml:brush xml:id="br0">
      <inkml:brushProperty name="width" value="0.05" units="cm"/>
      <inkml:brushProperty name="height" value="0.05" units="cm"/>
      <inkml:brushProperty name="color" value="#17ADB5"/>
    </inkml:brush>
  </inkml:definitions>
  <inkml:trace contextRef="#ctx0" brushRef="#br0">12 97 24575,'-3'-6'0,"0"-1"0,2 0 0,0 2 0,-1-2 0,2 1 0,-1-1 0,1 0 0,0 1 0,0-1 0,1 0 0,-1 1 0,4-13 0,2 43-1365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5:28.531"/>
    </inkml:context>
    <inkml:brush xml:id="br0">
      <inkml:brushProperty name="width" value="0.05" units="cm"/>
      <inkml:brushProperty name="height" value="0.05" units="cm"/>
      <inkml:brushProperty name="color" value="#17ADB5"/>
    </inkml:brush>
  </inkml:definitions>
  <inkml:trace contextRef="#ctx0" brushRef="#br0">0 16 24575,'61'2'0,"81"16"0,-86-9 0,-16-4 0,24 5 0,0-2 0,1-4 0,67-4 0,-103-4 0,-27 0 0,-18 1 0,-144-24 0,-70-6 0,201 33-1365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5:23.030"/>
    </inkml:context>
    <inkml:brush xml:id="br0">
      <inkml:brushProperty name="width" value="0.05" units="cm"/>
      <inkml:brushProperty name="height" value="0.05" units="cm"/>
      <inkml:brushProperty name="color" value="#17ADB5"/>
    </inkml:brush>
  </inkml:definitions>
  <inkml:trace contextRef="#ctx0" brushRef="#br0">109 0 24575,'127'17'0,"94"-6"0,-218-11 0,-8-1 0,-21-1 0,-35 1 0,13 8 0,-56 13 0,24-3 0,67-18 0,15-7 0,21-8 0,18 6 0,-41 10 0,0 0 0,0 0 0,2 0 0,-2 0 0,0 0 0,0 0 0,0 0 0,0 2 0,0-2 0,0 0 0,0 0 0,0 0 0,0 0 0,0 0 0,1 0 0,-1 0 0,0 0 0,0 1 0,0-1 0,0 0 0,0 0 0,0 0 0,0 0 0,0 0 0,0 0 0,0 1 0,0-1 0,0 0 0,0 0 0,0 0 0,0 0 0,0 0 0,0 0 0,0 2 0,0-2 0,0 0 0,0 0 0,-1 0 0,1 0 0,0 0 0,0 0 0,0 0 0,0 1 0,0-1 0,0 0 0,0 0 0,0 0 0,0 0 0,0 0 0,-2 0 0,2 0 0,0 0 0,0 0 0,-21 17 0,-35 14 0,45-27 0,2 0 0,0 1 0,-1 1 0,1-1 0,0 2 0,1-1 0,-2 1 0,2 0 0,-13 15 0,21-20 0,-1 0 0,-1 0 0,1-1 0,1 2 0,-1-2 0,1 2 0,-2-2 0,2 2 0,0-2 0,-1 2 0,1-2 0,0 2 0,0-2 0,0 2 0,0-2 0,1 2 0,-1-2 0,0 2 0,2-2 0,-2 2 0,0-2 0,1 2 0,0-2 0,-1 0 0,2 2 0,-1-2 0,0 1 0,2 2 0,5 4 0,0 1 0,0-2 0,0 1 0,15 8 0,-18-12 0,2 0 0,-2 0 0,2 1 0,-2 0 0,0 1 0,-1-1 0,11 12 0,-15-17 0,-1 0 0,1 0 0,0 2 0,0-2 0,0 0 0,0 0 0,0 0 0,0 1 0,0-1 0,0 0 0,0 0 0,0 0 0,0 0 0,0 1 0,0-1 0,1 0 0,-1 0 0,0 0 0,0 2 0,0-2 0,0 0 0,0 0 0,0 0 0,0 0 0,0 0 0,0 1 0,1-1 0,-1 0 0,0 0 0,0 0 0,0 0 0,0 0 0,2 0 0,-2 0 0,0 1 0,0-1 0,0 0 0,0 0 0,1 0 0,-1 0 0,0 0 0,0 0 0,0 0 0,0 0 0,1 0 0,-1 0 0,0 0 0,0 0 0,0 0 0,2 0 0,-2 0 0,0 0 0,1-18 0,-8-26 0,5 29 0,0 8 0,1 2 0,0-2 0,-2 2 0,0-2 0,2 2 0,-8-11 0,13 63 0,4-18 0,1-1 0,2 0 0,22 40 0,-33-68 0,0 0 0,0 0 0,0 0 0,0 0 0,0 0 0,0 0 0,0 0 0,0 0 0,0 0 0,0-1 0,0 1 0,0 0 0,0 0 0,0 0 0,0 0 0,0 0 0,0 0 0,0 0 0,0 0 0,0 0 0,0 0 0,1 0 0,-1 0 0,0 0 0,0 0 0,0 0 0,0 0 0,0 0 0,0 0 0,0-2 0,0 2 0,0 0 0,0 0 0,2 0 0,-2 0 0,0 0 0,0 0 0,0 0 0,0 0 0,0 2 0,0-2 0,0 0 0,0 0 0,0 0 0,0 0 0,1 0 0,-1 0 0,0 0 0,0 0 0,0 0 0,0 0 0,0 0 0,0 0 0,0 0 0,0 0 0,0 0 0,0 0 0,1-20 0,-2-24 0,-2-16 0,39 120 0,-33-56 0,1 0 0,0 0 0,-1 0 0,1-2 0,0 2 0,1-1 0,-1 0 0,0-1 0,1 1 0,-1 0 0,7 1 0,65 20 0,-36-12 0,-7-3 0,-26-8 0,0 1 0,1-1 0,-2 2 0,1-2 0,0 2 0,-1 1 0,1-2 0,10 9 0,-17-11 0,0 0 0,2 0 0,-2 0 0,0 0 0,0 0 0,0 1 0,0-1 0,0 0 0,0 0 0,0 0 0,0 0 0,0 0 0,0 0 0,0 2 0,0-2 0,1 0 0,-1 0 0,0 0 0,0 0 0,0 0 0,0 1 0,0-1 0,0 0 0,0 0 0,0 0 0,0 0 0,-1 0 0,1 1 0,0-1 0,0 0 0,0 0 0,0 0 0,0 0 0,0 0 0,0 2 0,0-2 0,0 0 0,0 0 0,0 0 0,0 0 0,-2 0 0,2 0 0,0 0 0,0 0 0,0 1 0,0-1 0,-1 0 0,-14 4 0,-13 0 0,16-4 0,0-1 0,0-1 0,0 1 0,0-2 0,0 1 0,2-1 0,-2-1 0,1 0 0,-16-9 0,18 9 0,2 0 0,1 0 0,-2 1 0,1-1 0,-1 1 0,0 1 0,0 0 0,0 1 0,0-2 0,0 3 0,-13-1 0,21 1 0,-2 0 0,2 0 0,0 0 0,0 0 0,0 0 0,0 0 0,0 0 0,0 0 0,0 0 0,0 0 0,0 0 0,-1 0 0,1 0 0,0 0 0,0 0 0,0 1 0,0-1 0,0 0 0,0 0 0,0 0 0,0 0 0,0 0 0,0 0 0,0 0 0,0 0 0,0 0 0,0 0 0,0 2 0,0-2 0,0 0 0,0 0 0,0 0 0,0 0 0,0 0 0,0 0 0,0 0 0,0 0 0,0 1 0,0-1 0,0 0 0,0 0 0,0 0 0,0 0 0,0 0 0,0 0 0,0 0 0,0 0 0,0 0 0,0 1 0,0-1 0,0 0 0,0 0 0,0 0 0,0 0 0,1 0 0,-1 0 0,0 0 0,0 0 0,0 0 0,12 8 0,16 4 0,131 7 0,-146-14 0,-22-2 0,-7 2 0,16-5 0,0 2 0,0-2 0,0 0 0,0 1 0,1-1 0,-1 1 0,0-1 0,0 0 0,0 2 0,0-2 0,2 0 0,-2 1 0,0-1 0,0 0 0,1 0 0,-1 1 0,0-1 0,1 0 0,-1 2 0,0-2 0,2 0 0,-2 0 0,0 0 0,1 0 0,-1 1 0,0-1 0,1 0 0,-1 0 0,2 0 0,-2 0 0,0 0 0,1 0 0,-1 0 0,1 0 0,-1 0 0,2 0 0,107 39 0,2-6 0,217 38 0,-248-61 0,0-3 0,0-4 0,0-2 0,1-5 0,83-15 0,-155 18 0,15-3 0,-1 0 0,30-11 0,-53 15 0,0 0 0,0 0 0,2 0 0,-2 0 0,0 0 0,1 0 0,-1-1 0,0 1 0,1 0 0,-1 0 0,0 0 0,0 0 0,2-1 0,-2 1 0,0 0 0,0 0 0,1 0 0,-1-2 0,0 2 0,0 0 0,0 0 0,1-1 0,-1 1 0,0 0 0,0 0 0,0-1 0,0 1 0,0 0 0,2-2 0,-2 2 0,0 0 0,0-1 0,0 1 0,0 0 0,0-1 0,0 1 0,-14-12 0,-23-4 0,-14 4 0,-1 1 0,-1 3 0,-76-3 0,42 6 0,55 2 0,-32-2 0,0-3 0,-72-17 0,136 25 0,0 0 0,0 0 0,-1 0 0,1 0 0,0 0 0,0 0 0,0 0 0,-2 0 0,2 0 0,0 0 0,0 0 0,-1 0 0,1 0 0,0 0 0,0 0 0,-1 0 0,1 0 0,0 0 0,0 0 0,-2 0 0,2 0 0,0 0 0,0-2 0,0 2 0,-1 0 0,1 0 0,0 0 0,0 0 0,0-1 0,0 1 0,0 0 0,-1 0 0,1 0 0,0-1 0,0 1 0,0 0 0,0 0 0,0-2 0,0 2 0,0 0 0,0 0 0,0 0 0,0-1 0,0 1 0,0 0 0,0 0 0,0-1 0,0 1 0,0 0 0,0 0 0,0-2 0,21-7 0,38-3 0,-58 12 0,296-39 0,-246 37 0,-2 2 0,2 1 0,96 18 0,-123-10 0,-24-9 0,0 0 0,-2 0 0,2 1 0,0-1 0,0 0 0,0 0 0,0 2 0,0-2 0,0 0 0,0 1 0,0-1 0,0 0 0,-1 0 0,1 0 0,0 1 0,0-1 0,0 0 0,0 0 0,-1 2 0,1-2 0,0 0 0,0 0 0,0 0 0,-2 0 0,2 0 0,0 1 0,0-1 0,-1 0 0,1 0 0,0 0 0,-1 0 0,1 0 0,0 0 0,-2 0 0,-46 12 0,-569 35 0,497-49 0,0-4 0,0-5 0,-135-32 0,213 35 0,27 7 0,2-2 0,-2 1 0,2-2 0,-1 0 0,-18-10 0,31 14 0,1 0 0,0 0 0,0 0 0,0 0 0,0 0 0,0 0 0,-1 0 0,1 0 0,0 0 0,0 0 0,0 0 0,0 0 0,0 0 0,0 0 0,-2 0 0,2 0 0,0 0 0,0 0 0,0-1 0,0 1 0,0 0 0,0 0 0,0 0 0,0 0 0,-1 0 0,1 0 0,0 0 0,0-1 0,0 1 0,0 0 0,0 0 0,0 0 0,0 0 0,0 0 0,0-2 0,0 2 0,0 0 0,0 0 0,0 0 0,0 0 0,0 0 0,0-1 0,0 1 0,0 0 0,0 0 0,0 0 0,0 0 0,0 0 0,0-1 0,0 1 0,0 0 0,1 0 0,-1 0 0,0 0 0,0 0 0,0 0 0,0 0 0,0-2 0,0 2 0,2 0 0,15-4 0,23 2 0,-8 2 0,111 2 0,150 22 0,-8 15 0,413 2 0,-888-62 0,40 1 0,118 17 0,-47-6 0,176 20 0,71 17 0,296 10 0,-234-50 0,-18 0 0,-212 12 0,1 0 0,-1 0 0,1 0 0,-1 0 0,2 0 0,-1 0 0,-1 0 0,1 0 0,-1 0 0,2 0 0,-2 0 0,1 0 0,-1 0 0,1-1 0,1 1 0,-2 0 0,1 0 0,-1-1 0,1 1 0,-1 0 0,2-2 0,-1 1 0,-9-11 0,-25-8 0,-1 7 0,0 1 0,0 1 0,0 3 0,-1 0 0,-1 3 0,1 1 0,-1 0 0,0 4 0,0 0 0,2 1 0,-48 10 0,70-9 0,-1 1 0,0 1 0,-2-1 0,0-2 0,2 0 0,-2 1 0,1-2 0,0-2 0,-23-2 0,109 12 0,65 26 0,102 18 0,-552-72 0,285 17 0,-8 0 0,62 10 0,421 38 0,-287-33 0,-153-12 0,9 0 0,0 2 0,-2 0 0,2 0 0,0 2 0,-1 0 0,1 0 0,24 12 0,-40-16 0,0 0 0,1 0 0,-1 0 0,0 0 0,0 0 0,0 0 0,2 0 0,-2 0 0,0 0 0,0 0 0,0 1 0,0-1 0,1 0 0,-1 0 0,0 0 0,0 0 0,0 0 0,0 1 0,0-1 0,0 0 0,1 0 0,-1 0 0,0 0 0,0 2 0,0-2 0,0 0 0,0 0 0,0 0 0,0 1 0,0-1 0,0 0 0,0 0 0,0 0 0,0 1 0,0-1 0,0 0 0,0 0 0,0 0 0,0 2 0,0-2 0,0 0 0,0 0 0,0 0 0,0 1 0,-1-1 0,1 0 0,0 0 0,0 0 0,0 1 0,-19 7 0,-21-1 0,-8-4 0,-54-6 0,60 2 0,2-1 0,-52 8 0,91-6 0,0 0 0,1 0 0,-2 1 0,2-1 0,-1 0 0,0 0 0,1 0 0,-2 0 0,1 0 0,1 1 0,-1-1 0,1 0 0,-2 2 0,1-2 0,1 0 0,-1 1 0,1-1 0,-2 1 0,2-1 0,-1 2 0,8 10 0,-5-11 0,1 2 0,1-2 0,-1 0 0,1 2 0,0-2 0,-2 1 0,2-2 0,6 2 0,83-6 0,-77 2 0,-1 0 0,-1 1 0,2 1 0,-1 0 0,0 1 0,1 1 0,-2 0 0,18 5 0,-30-7 0,-2 0 0,0 0 0,1 0 0,-1 0 0,0 0 0,0 0 0,1 0 0,-1 0 0,0 0 0,2 0 0,-2 0 0,0 0 0,1 1 0,-1-1 0,0 0 0,1 0 0,-1 0 0,0 0 0,0 2 0,2-2 0,-2 0 0,0 0 0,0 0 0,0 1 0,1-1 0,-1 0 0,0 1 0,0-1 0,0 0 0,0 0 0,1 2 0,-1-2 0,0 0 0,0 1 0,0-1 0,0 0 0,0 1 0,0-1 0,0 0 0,0 2 0,-18 6 0,-32-2 0,32-4 0,3-2 0,0 1 0,1-1 0,-1-1 0,0-1 0,-19-4 0,32 6 0,2 0 0,0 0 0,0 0 0,0 0 0,0 0 0,0 0 0,0 0 0,0 0 0,0 0 0,-1 0 0,1 0 0,0 0 0,0 0 0,0 0 0,0 0 0,0 0 0,0 0 0,0 0 0,-1 0 0,1 0 0,0 0 0,0 0 0,0 0 0,0 0 0,0 0 0,0 0 0,0 0 0,0 0 0,0 0 0,-2-2 0,2 2 0,0 0 0,0 0 0,0 0 0,0 0 0,0 0 0,0 0 0,0 0 0,0 0 0,0 0 0,0-1 0,0 1 0,0 0 0,0 0 0,0 0 0,0 0 0,0 0 0,0 0 0,0 0 0,0-1 0,0 1 0,0 0 0,0 0 0,0 0 0,0 0 0,0 0 0,0 0 0,0 0 0,0 0 0,0-2 0,0 2 0,2 0 0,11-5 0,19 1 0,1 9 0,-33-5 0,2 0 0,-1 0 0,-1 0 0,1 0 0,1 0 0,-2 0 0,1 0 0,0 0 0,-1 0 0,2 0 0,-1 2 0,-1-2 0,1 0 0,-1 1 0,2-1 0,-2 0 0,1 1 0,-1-1 0,1 2 0,-1-2 0,2 1 0,-2-1 0,1 1 0,-1-1 0,0 2 0,1-2 0,-1 1 0,0-1 0,2 1 0,-2 1 0,0-2 0,0 2 0,-3 0 0,-1 0 0,0 1 0,-1-2 0,1 1 0,0-1 0,0 0 0,0 1 0,-2-2 0,2 1 0,0-1 0,-8 0 0,2 1 0,-148 23 0,194-28 0,2 2 0,-1 0 0,70 6 0,-106-2 0,2-2 0,-2 0 0,2 0 0,-2 0 0,2 1 0,-2-1 0,2 1 0,-2-1 0,2 2 0,-2-2 0,2 1 0,-2 0 0,0 1 0,2-1 0,-2 0 0,1 1 0,-1-1 0,0 0 0,3 5 0,-4-6 0,0 0 0,0 1 0,2-1 0,-2 0 0,0 1 0,0-1 0,0 2 0,0-2 0,0 0 0,0 1 0,-2-1 0,2 0 0,0 1 0,0-1 0,0 2 0,0-2 0,0 0 0,-1 1 0,1-1 0,0 0 0,0 1 0,0-1 0,-1 0 0,1 0 0,0 2 0,0-2 0,-2 1 0,-24 10 0,-101 6 0,82-12 0,35-3 0,16-1 0,80-9 0,16 1 0,-146 9 0,-2 2 0,2 1 0,-85 23 0,112-20 0,25 1 0,32-1 0,9-9 0,-32 0 0,2 1 0,-2 0 0,2 1 0,30 6 0,-131 5 0,76-11 0,-19 2 0,0-1 0,1 0 0,-2-2 0,-35-6 0,129-2 0,-28 3 0,0 2 0,0 2 0,0 2 0,0 2 0,49 8 0,-258-11 0,120-6 0,23 2 0,2 3 0,-1-2 0,0 3 0,1 2 0,-44 4 0,68-6 0,-2 0 0,2 0 0,-1 0 0,0 0 0,1 0 0,-2 0 0,2 0 0,-1 2 0,1-2 0,-1 0 0,1 0 0,0 0 0,-2 1 0,2-1 0,-1 0 0,1 0 0,-1 1 0,1-1 0,0 0 0,-2 2 0,2-2 0,0 1 0,-1-1 0,1 1 0,0-1 0,-1 2 0,13 8 0,29 4 0,-30-12 0,259 34 0,-230-25 0,-34-10 0,-2 1 0,1 0 0,0-2 0,-1 2 0,2-1 0,-1-1 0,0 1 0,1-1 0,7-1 0,-13 1 0,1 0 0,-1-1 0,2 1 0,-1-2 0,-1 2 0,0-1 0,1 0 0,-1 1 0,2-2 0,-2 2 0,0-1 0,1 0 0,-1 1 0,0-2 0,0 1 0,1 1 0,-1-1 0,0-1 0,0 2 0,0-1 0,0 0 0,0-1 0,0 2 0,0-1 0,0 0 0,0-1 0,-1 2 0,1-1 0,0-2 0,-11-38 0,7 26 0,0 3-1365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5:23.936"/>
    </inkml:context>
    <inkml:brush xml:id="br0">
      <inkml:brushProperty name="width" value="0.05" units="cm"/>
      <inkml:brushProperty name="height" value="0.05" units="cm"/>
      <inkml:brushProperty name="color" value="#17ADB5"/>
    </inkml:brush>
  </inkml:definitions>
  <inkml:trace contextRef="#ctx0" brushRef="#br0">0 32 24575,'433'10'0,"13"1"0,-386-8 0,-39-2 0,0 0 0,1-1 0,-1-1 0,28-4 0,-49 5 0,0 0 0,0 0 0,0 0 0,0 0 0,0 0 0,0 0 0,0 0 0,0 0 0,0 0 0,0 0 0,0 0 0,0 0 0,0 0 0,0 0 0,-1 0 0,1-2 0,0 2 0,0 0 0,0 0 0,0 0 0,0 0 0,0 0 0,0 0 0,0 0 0,0 0 0,0 0 0,0 0 0,0 0 0,0 0 0,0 0 0,0 0 0,0 0 0,0 0 0,0-1 0,0 1 0,0 0 0,0 0 0,0 0 0,0 0 0,0 0 0,0 0 0,0 0 0,1 0 0,-1 0 0,0 0 0,0 0 0,0 0 0,0 0 0,0 0 0,0 0 0,0 0 0,0 0 0,0 0 0,0 0 0,0 0 0,0 0 0,-13-5 0,-16-1 0,-146-8 0,-133-8 0,237 21 0,2 2 0,-2 3 0,2 3 0,-90 21 0,139-20 0,-24 8 0,43-16 0,0 1 0,-1-1 0,1 0 0,0 0 0,-1 0 0,1 0 0,0 0 0,1 2 0,-2-4 0,1 2 0,0 0 0,-1 0 0,1 0 0,0 0 0,-1-1 0,1 1 0,0 0 0,1-1 0,-2 1 0,1 0 0,0-2 0,-1 2 0,2-1 0,-1 0 0,0 1 0,-1-2 0,1 0 0,0-2-1365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5:37.401"/>
    </inkml:context>
    <inkml:brush xml:id="br0">
      <inkml:brushProperty name="width" value="0.05" units="cm"/>
      <inkml:brushProperty name="height" value="0.05" units="cm"/>
      <inkml:brushProperty name="color" value="#17ADB5"/>
    </inkml:brush>
  </inkml:definitions>
  <inkml:trace contextRef="#ctx0" brushRef="#br0">0 347 24575,'36'0'0,"-17"-2"0,-1 1 0,0 1 0,0 1 0,1 1 0,0 0 0,-2 1 0,2 2 0,-2-1 0,0 2 0,23 10 0,-38-15 0,-1-1 0,0 1 0,-1 1 0,2-2 0,-1 1 0,0 0 0,-1 1 0,2-2 0,-1 1 0,-1 0 0,1 1 0,-1-1 0,0 0 0,2 1 0,-1 0 0,-1 0 0,0-2 0,0 1 0,0 0 0,1-1 0,-1 2 0,0-1 0,2-1 0,-2 1 0,0-1 0,1 2 0,-1-2 0,1 1 0,-1-1 0,2 1 0,-2-1 0,1 2 0,-1-2 0,1 1 0,1-1 0,-2 0 0,1 0 0,-1 1 0,1-1 0,1 0 0,-2 0 0,1 0 0,0 2 0,-1-2 0,2 0 0,-1 0 0,2 0 0,27-2 0,1 1 0,-2-3 0,46-9 0,9-2 0,513-44 0,-547 58 0,0 0 0,62-10 0,-152 15 0,-56 1 0,11-2 0,-139 6 0,-99 10 0,311-18 0,8-1 0,0 0 0,-1 0 0,1 0 0,0 2 0,0-2 0,0 1 0,-1 0 0,1 1 0,0-1 0,0 0 0,0 2 0,0-2 0,-4 5 0,8-5 0,0-1 0,0 1 0,0-1 0,0 2 0,0-2 0,1 1 0,-1-1 0,0 0 0,0 1 0,0-1 0,0 2 0,1-2 0,-1 1 0,0-1 0,0 0 0,2 1 0,-2-1 0,0 0 0,0 2 0,1-2 0,-1 0 0,1 1 0,-1-1 0,0 0 0,2 0 0,-2 1 0,0-1 0,1 0 0,-1 0 0,1 0 0,-1 0 0,2 2 0,-2-2 0,1 0 0,-1 0 0,1 0 0,-1 0 0,0 0 0,2 0 0,-2 0 0,1 0 0,0-2 0,33 6 0,-32-4 0,118 10 0,4 0 0,-1-4 0,177-16 0,-665 72 0,287-57 0,52-4 0,-1 1 0,2 0 0,-2 4 0,-36 8 0,62-14 0,1 0 0,-1 0 0,-1 0 0,2 0 0,-1 0 0,1 0 0,-1 0 0,1 2 0,-2-2 0,2 0 0,-1 0 0,1 0 0,0 1 0,-1-1 0,1 0 0,-2 0 0,2 1 0,-1-1 0,1 2 0,0-2 0,-1 0 0,1 1 0,0-1 0,-2 1 0,2-1 0,0 2 0,0-2 0,-1 1 0,1 0 0,20 3 0,35-2 0,618 15 0,-341 3 0,-317-20 0,34 1 0,-48-1 0,2 0 0,0 0 0,-2 0 0,2 2 0,-1-2 0,0 1 0,0-1 0,0 1 0,0-1 0,0 2 0,0-1 0,0 0 0,0 1 0,0-1 0,2 2 0,-3-3 0,-1 1 0,0-1 0,0 0 0,0 0 0,0 0 0,0 0 0,0 0 0,0 1 0,0-1 0,0 0 0,0 0 0,0 0 0,0 0 0,0 2 0,0-2 0,0 0 0,0 0 0,0 0 0,0 0 0,0 1 0,0-1 0,0 0 0,0 0 0,0 0 0,0 0 0,0 0 0,0 1 0,0-1 0,0 0 0,-1 0 0,1 0 0,0 0 0,0 0 0,0 2 0,0-2 0,0 0 0,0 0 0,-2 0 0,2 0 0,0 0 0,0 0 0,0 0 0,0 0 0,-1 0 0,-15 4 0,-17-4 0,-310-54 0,147 18 0,52 18 0,-89-18 0,227 34 0,2 1 0,0 0 0,-1-1 0,1 0 0,0 0 0,0 0 0,-7-4 0,11 6 0,0-1 0,0 1 0,0 0 0,0 0 0,-1 0 0,1 0 0,0 0 0,0-1 0,0 1 0,0 0 0,-1 0 0,1 0 0,0 0 0,0-2 0,0 2 0,0 0 0,0 0 0,0 0 0,0-1 0,0 1 0,0 0 0,0 0 0,0-1 0,-2 1 0,2 0 0,0 0 0,2-2 0,-2 2 0,0 0 0,0 0 0,0 0 0,0-1 0,0 1 0,0 0 0,0 0 0,0 0 0,0-1 0,0 1 0,24-8 0,28 4 0,-2 2 0,1 4 0,53 6 0,-31-2 0,66 8 0,104 3 0,-185-20 0,-35 2 0,1 0 0,45 5 0,-115 16 0,19-14 0,-1-2 0,1 0 0,-1-2 0,-40-2 0,-110-16 0,64 2 0,309 22 0,-100-6 0,-2 3 0,118 22 0,-173-19 0,1-2 0,0-2 0,75 0 0,-114-4 0,2 0 0,-1 0 0,0 2 0,1-2 0,-1 0 0,0-2 0,-1 2 0,2 0 0,-1 0 0,0 0 0,1 0 0,-1-1 0,-1 1 0,1 0 0,1-1 0,-1 1 0,-1 0 0,1-2 0,1 2 0,-2-1 0,1 1 0,0-1 0,-1-1 0,2 2 0,-2-1 0,1 0 0,-1 1 0,1-2 0,1 0 0,-2 0 0,0 0 0,-2 0 0,2 1 0,0-2 0,-1 2 0,1 0 0,-1-2 0,1 2 0,-2-1 0,1 1 0,1 0 0,-1-2 0,-1 2 0,1-1 0,-2 0 0,-55-49 0,58 50 0,-16-9 0,-2 1 0,2 1 0,-1 0 0,0 1 0,-1 1 0,0 0 0,-1 1 0,2 2 0,-2-1 0,0 3 0,1 0 0,-1-1 0,0 2 0,-1 2 0,2 0 0,-1 1 0,-32 9 0,61-11 0,43 9 0,86 3 0,-53-24 0,-70 9 0,0-2 0,0 2 0,2 1 0,-2 0 0,1 1 0,-1 1 0,1 0 0,17 5 0,-34-6 0,1 0 0,-1 0 0,0 0 0,1 0 0,-1 0 0,0 0 0,2 0 0,-2 0 0,1 0 0,-1 0 0,0 0 0,1 1 0,-1-1 0,0 0 0,2 0 0,-2 0 0,0 1 0,0-1 0,1 0 0,-1 0 0,0 2 0,1-2 0,-1 0 0,0 1 0,0-1 0,0 0 0,2 1 0,-2-1 0,0 0 0,0 2 0,0-2 0,0 0 0,0 1 0,0-1 0,0 0 0,0 1 0,0 1 0,-16 11 0,-30 3 0,-23-8 0,-102-1 0,135-7 0,50-2 0,-2 0 0,1-1 0,0-1 0,14-4 0,-20 4 0,1 1 0,0 1 0,0-1 0,0 0 0,0 2 0,0 0 0,0-1 0,0 1 0,0 1 0,0 0 0,0 0 0,0 1 0,1 1 0,10 2 0,-21-4 0,1-2 0,1 2 0,-1 0 0,-1 0 0,1-1 0,1 1 0,-1 0 0,-1-1 0,1 1 0,1-2 0,-1 2 0,-1-1 0,2 1 0,-1-1 0,1-1 0,-1 2 0,1-1 0,-2 0 0,2 1 0,-1-2 0,1 1 0,0 0 0,-1 1 0,1-2 0,0 1 0,0 0 0,-2-1 0,2 2 0,0-1 0,0 0 0,0-1 0,0 1 0,0 0 0,0 1 0,0-2 0,2 1 0,-2 0 0,0-1 0,0 1 0,1 1 0,-1-1 0,0-1 0,1 1 0,-1 1 0,2-1 0,-2-1 0,1 2 0,-1-1 0,1 0 0,1-1 0,2-2 0,0 0 0,0 0 0,1 0 0,-1 0 0,1 0 0,1 2 0,-1-1 0,0 0 0,6-2 0,-43-14 0,31 18 0,-1 1 0,1-1 0,0-1 0,-1 2 0,2-1 0,-1 0 0,0-1 0,-1 1 0,1 1 0,1-1 0,-1-1 0,-1 1 0,2 0 0,-1-1 0,1 1 0,-1 0 0,1-2 0,0 2 0,-2-1 0,2 1 0,0 0 0,0-1 0,0 1 0,0-2 0,0 2 0,0 0 0,0-1 0,0 1 0,0 0 0,2-3 0,11-23 0,23-38 0,-33 62 0,-2-1 0,2 1 0,-1 1 0,1-2 0,0 1 0,-1 0 0,2 1 0,-1-1 0,0 2 0,1-2 0,-2 2 0,2-2 0,0 2 0,7-3 0,-10 4 0,-1 0 0,2 0 0,-1 0 0,0 0 0,1 0 0,-1 0 0,0 1 0,-1-1 0,2 0 0,-1 1 0,0-1 0,1 0 0,-2 2 0,1-2 0,0 1 0,-1-1 0,2 1 0,-1 1 0,-1-2 0,1 1 0,1-1 0,-2 1 0,1 1 0,-1-1 0,0-1 0,1 1 0,-1 1 0,0-1 0,2 0 0,-2-1 0,0 2 0,0-1 0,1 0 0,-1 1 0,0-1 0,0 0 0,0 1 0,0-2 0,-1 2 0,2 60 0,-2-49 0,-1 7 0,2-12 0,0-1 0,-1 1 0,2-2 0,-1 2 0,3 11 0,0-76 0,-14 1 0,6 21 0,-17-50 0,22 83 0,-1 1 0,1 0 0,-1-1 0,1 1 0,0 0 0,-2-1 0,2 1 0,0 0 0,0-1 0,0 1 0,-1 0 0,1-1 0,0 1 0,1 0 0,-1-1 0,0 1 0,0-2 0,0 2 0,2 0 0,-2-1 0,0 1 0,1 0 0,-1 1 0,1-2 0,-1 1 0,2 0 0,-2-1 0,2 0 0,2 0 0,-1 1 0,1 0 0,0-1 0,0 1 0,-1 0 0,1 1 0,0-2 0,0 2 0,5 0 0,-1-4 0,-19-2 0,-19-5 0,22 11-1365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5:40.342"/>
    </inkml:context>
    <inkml:brush xml:id="br0">
      <inkml:brushProperty name="width" value="0.05" units="cm"/>
      <inkml:brushProperty name="height" value="0.05" units="cm"/>
      <inkml:brushProperty name="color" value="#17ADB5"/>
    </inkml:brush>
  </inkml:definitions>
  <inkml:trace contextRef="#ctx0" brushRef="#br0">113 50 24575,'-51'-21'0,"-10"9"0,112-1 0,-26 10-1365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0T16:56:27.655"/>
    </inkml:context>
    <inkml:brush xml:id="br0">
      <inkml:brushProperty name="width" value="0.05" units="cm"/>
      <inkml:brushProperty name="height" value="0.05" units="cm"/>
      <inkml:brushProperty name="color" value="#17ADB5"/>
    </inkml:brush>
  </inkml:definitions>
  <inkml:trace contextRef="#ctx0" brushRef="#br0">1 1 24575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F50A594E-4247-423F-B533-3DF19E99A602}" type="datetimeFigureOut">
              <a:rPr lang="ar-SA" smtClean="0"/>
              <a:t>17 رمضان، 1447</a:t>
            </a:fld>
            <a:endParaRPr lang="ar-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1D1A19E0-D268-47A7-8723-184BC17FB8E4}" type="slidenum">
              <a:rPr lang="ar-SA" smtClean="0"/>
              <a:t>‹#›</a:t>
            </a:fld>
            <a:endParaRPr lang="ar-SA"/>
          </a:p>
        </p:txBody>
      </p:sp>
    </p:spTree>
    <p:extLst>
      <p:ext uri="{BB962C8B-B14F-4D97-AF65-F5344CB8AC3E}">
        <p14:creationId xmlns:p14="http://schemas.microsoft.com/office/powerpoint/2010/main" val="1640653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8" name="Google Shape;214;p:notes">
            <a:extLst>
              <a:ext uri="{FF2B5EF4-FFF2-40B4-BE49-F238E27FC236}">
                <a16:creationId xmlns:a16="http://schemas.microsoft.com/office/drawing/2014/main" id="{DA76AA94-0954-CA67-E576-4415829CE270}"/>
              </a:ext>
            </a:extLst>
          </p:cNvPr>
          <p:cNvSpPr>
            <a:spLocks noGrp="1" noRot="1" noChangeAspect="1" noTextEdit="1"/>
          </p:cNvSpPr>
          <p:nvPr>
            <p:ph type="sldImg" idx="2"/>
          </p:nvPr>
        </p:nvSpPr>
        <p:spPr>
          <a:noFill/>
          <a:ln>
            <a:headEnd/>
            <a:tailEnd/>
          </a:ln>
        </p:spPr>
      </p:sp>
      <p:sp>
        <p:nvSpPr>
          <p:cNvPr id="14339" name="Google Shape;215;p:notes">
            <a:extLst>
              <a:ext uri="{FF2B5EF4-FFF2-40B4-BE49-F238E27FC236}">
                <a16:creationId xmlns:a16="http://schemas.microsoft.com/office/drawing/2014/main" id="{86BD85FF-2063-8245-CFB6-7474C76F163E}"/>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Google Shape;507;g11360713c04_0_363:notes">
            <a:extLst>
              <a:ext uri="{FF2B5EF4-FFF2-40B4-BE49-F238E27FC236}">
                <a16:creationId xmlns:a16="http://schemas.microsoft.com/office/drawing/2014/main" id="{52A53129-732A-713D-E696-82A79127FF8A}"/>
              </a:ext>
            </a:extLst>
          </p:cNvPr>
          <p:cNvSpPr>
            <a:spLocks noGrp="1" noRot="1" noChangeAspect="1" noTextEdit="1"/>
          </p:cNvSpPr>
          <p:nvPr>
            <p:ph type="sldImg" idx="2"/>
          </p:nvPr>
        </p:nvSpPr>
        <p:spPr>
          <a:noFill/>
          <a:ln>
            <a:headEnd/>
            <a:tailEnd/>
          </a:ln>
        </p:spPr>
      </p:sp>
      <p:sp>
        <p:nvSpPr>
          <p:cNvPr id="16387" name="Google Shape;508;g11360713c04_0_363:notes">
            <a:extLst>
              <a:ext uri="{FF2B5EF4-FFF2-40B4-BE49-F238E27FC236}">
                <a16:creationId xmlns:a16="http://schemas.microsoft.com/office/drawing/2014/main" id="{38FBCA19-E573-D9BC-CB8D-3A529C2EE4F3}"/>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4" name="Google Shape;214;p:notes">
            <a:extLst>
              <a:ext uri="{FF2B5EF4-FFF2-40B4-BE49-F238E27FC236}">
                <a16:creationId xmlns:a16="http://schemas.microsoft.com/office/drawing/2014/main" id="{576B8F10-38E9-3445-7647-002396AADA04}"/>
              </a:ext>
            </a:extLst>
          </p:cNvPr>
          <p:cNvSpPr>
            <a:spLocks noGrp="1" noRot="1" noChangeAspect="1" noTextEdit="1"/>
          </p:cNvSpPr>
          <p:nvPr>
            <p:ph type="sldImg" idx="2"/>
          </p:nvPr>
        </p:nvSpPr>
        <p:spPr>
          <a:noFill/>
          <a:ln>
            <a:headEnd/>
            <a:tailEnd/>
          </a:ln>
        </p:spPr>
      </p:sp>
      <p:sp>
        <p:nvSpPr>
          <p:cNvPr id="18435" name="Google Shape;215;p:notes">
            <a:extLst>
              <a:ext uri="{FF2B5EF4-FFF2-40B4-BE49-F238E27FC236}">
                <a16:creationId xmlns:a16="http://schemas.microsoft.com/office/drawing/2014/main" id="{B9B4EE09-9B5E-2E87-4E79-8CBFE13E644C}"/>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Google Shape;214;p:notes">
            <a:extLst>
              <a:ext uri="{FF2B5EF4-FFF2-40B4-BE49-F238E27FC236}">
                <a16:creationId xmlns:a16="http://schemas.microsoft.com/office/drawing/2014/main" id="{F1497368-05D9-BC02-6F24-8EE0A8AF6C81}"/>
              </a:ext>
            </a:extLst>
          </p:cNvPr>
          <p:cNvSpPr>
            <a:spLocks noGrp="1" noRot="1" noChangeAspect="1" noTextEdit="1"/>
          </p:cNvSpPr>
          <p:nvPr>
            <p:ph type="sldImg" idx="2"/>
          </p:nvPr>
        </p:nvSpPr>
        <p:spPr>
          <a:noFill/>
          <a:ln>
            <a:headEnd/>
            <a:tailEnd/>
          </a:ln>
        </p:spPr>
      </p:sp>
      <p:sp>
        <p:nvSpPr>
          <p:cNvPr id="20483" name="Google Shape;215;p:notes">
            <a:extLst>
              <a:ext uri="{FF2B5EF4-FFF2-40B4-BE49-F238E27FC236}">
                <a16:creationId xmlns:a16="http://schemas.microsoft.com/office/drawing/2014/main" id="{9C100986-D3A2-D01D-9A02-FE33A0D28EBB}"/>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Google Shape;214;p:notes">
            <a:extLst>
              <a:ext uri="{FF2B5EF4-FFF2-40B4-BE49-F238E27FC236}">
                <a16:creationId xmlns:a16="http://schemas.microsoft.com/office/drawing/2014/main" id="{9C0894A2-FA9C-1826-4709-83296209DA50}"/>
              </a:ext>
            </a:extLst>
          </p:cNvPr>
          <p:cNvSpPr>
            <a:spLocks noGrp="1" noRot="1" noChangeAspect="1" noTextEdit="1"/>
          </p:cNvSpPr>
          <p:nvPr>
            <p:ph type="sldImg" idx="2"/>
          </p:nvPr>
        </p:nvSpPr>
        <p:spPr>
          <a:noFill/>
          <a:ln>
            <a:headEnd/>
            <a:tailEnd/>
          </a:ln>
        </p:spPr>
      </p:sp>
      <p:sp>
        <p:nvSpPr>
          <p:cNvPr id="22531" name="Google Shape;215;p:notes">
            <a:extLst>
              <a:ext uri="{FF2B5EF4-FFF2-40B4-BE49-F238E27FC236}">
                <a16:creationId xmlns:a16="http://schemas.microsoft.com/office/drawing/2014/main" id="{8B44E196-BEC0-1321-943E-C7AB74438123}"/>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Google Shape;214;p:notes">
            <a:extLst>
              <a:ext uri="{FF2B5EF4-FFF2-40B4-BE49-F238E27FC236}">
                <a16:creationId xmlns:a16="http://schemas.microsoft.com/office/drawing/2014/main" id="{D8D02B5F-7865-8800-1AE1-6B8274AB4E95}"/>
              </a:ext>
            </a:extLst>
          </p:cNvPr>
          <p:cNvSpPr>
            <a:spLocks noGrp="1" noRot="1" noChangeAspect="1" noTextEdit="1"/>
          </p:cNvSpPr>
          <p:nvPr>
            <p:ph type="sldImg" idx="2"/>
          </p:nvPr>
        </p:nvSpPr>
        <p:spPr>
          <a:noFill/>
          <a:ln>
            <a:headEnd/>
            <a:tailEnd/>
          </a:ln>
        </p:spPr>
      </p:sp>
      <p:sp>
        <p:nvSpPr>
          <p:cNvPr id="24579" name="Google Shape;215;p:notes">
            <a:extLst>
              <a:ext uri="{FF2B5EF4-FFF2-40B4-BE49-F238E27FC236}">
                <a16:creationId xmlns:a16="http://schemas.microsoft.com/office/drawing/2014/main" id="{A9FBD01F-652B-D36A-7202-6EC5D8DBF987}"/>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6" name="Google Shape;214;p:notes">
            <a:extLst>
              <a:ext uri="{FF2B5EF4-FFF2-40B4-BE49-F238E27FC236}">
                <a16:creationId xmlns:a16="http://schemas.microsoft.com/office/drawing/2014/main" id="{1D40FBF1-C717-994B-18B8-C9E5FD3FA9BC}"/>
              </a:ext>
            </a:extLst>
          </p:cNvPr>
          <p:cNvSpPr>
            <a:spLocks noGrp="1" noRot="1" noChangeAspect="1" noTextEdit="1"/>
          </p:cNvSpPr>
          <p:nvPr>
            <p:ph type="sldImg" idx="2"/>
          </p:nvPr>
        </p:nvSpPr>
        <p:spPr>
          <a:noFill/>
          <a:ln>
            <a:headEnd/>
            <a:tailEnd/>
          </a:ln>
        </p:spPr>
      </p:sp>
      <p:sp>
        <p:nvSpPr>
          <p:cNvPr id="26627" name="Google Shape;215;p:notes">
            <a:extLst>
              <a:ext uri="{FF2B5EF4-FFF2-40B4-BE49-F238E27FC236}">
                <a16:creationId xmlns:a16="http://schemas.microsoft.com/office/drawing/2014/main" id="{13B17DF2-096D-AAA1-58F8-E920A443BB6B}"/>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Google Shape;214;p:notes">
            <a:extLst>
              <a:ext uri="{FF2B5EF4-FFF2-40B4-BE49-F238E27FC236}">
                <a16:creationId xmlns:a16="http://schemas.microsoft.com/office/drawing/2014/main" id="{C360EACB-1002-A1D4-3C0C-FC8A9B0151E1}"/>
              </a:ext>
            </a:extLst>
          </p:cNvPr>
          <p:cNvSpPr>
            <a:spLocks noGrp="1" noRot="1" noChangeAspect="1" noTextEdit="1"/>
          </p:cNvSpPr>
          <p:nvPr>
            <p:ph type="sldImg" idx="2"/>
          </p:nvPr>
        </p:nvSpPr>
        <p:spPr>
          <a:ln>
            <a:headEnd/>
            <a:tailEnd/>
          </a:ln>
        </p:spPr>
      </p:sp>
      <p:sp>
        <p:nvSpPr>
          <p:cNvPr id="30723" name="Google Shape;215;p:notes">
            <a:extLst>
              <a:ext uri="{FF2B5EF4-FFF2-40B4-BE49-F238E27FC236}">
                <a16:creationId xmlns:a16="http://schemas.microsoft.com/office/drawing/2014/main" id="{64A1CFD0-6F3F-E65B-E261-57AD80EFFAC1}"/>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Google Shape;214;p:notes">
            <a:extLst>
              <a:ext uri="{FF2B5EF4-FFF2-40B4-BE49-F238E27FC236}">
                <a16:creationId xmlns:a16="http://schemas.microsoft.com/office/drawing/2014/main" id="{ED264C51-5E45-76F1-7A7D-4B8863D6FFEF}"/>
              </a:ext>
            </a:extLst>
          </p:cNvPr>
          <p:cNvSpPr>
            <a:spLocks noGrp="1" noRot="1" noChangeAspect="1" noTextEdit="1"/>
          </p:cNvSpPr>
          <p:nvPr>
            <p:ph type="sldImg" idx="2"/>
          </p:nvPr>
        </p:nvSpPr>
        <p:spPr>
          <a:ln>
            <a:headEnd/>
            <a:tailEnd/>
          </a:ln>
        </p:spPr>
      </p:sp>
      <p:sp>
        <p:nvSpPr>
          <p:cNvPr id="32771" name="Google Shape;215;p:notes">
            <a:extLst>
              <a:ext uri="{FF2B5EF4-FFF2-40B4-BE49-F238E27FC236}">
                <a16:creationId xmlns:a16="http://schemas.microsoft.com/office/drawing/2014/main" id="{7809077C-15A4-B496-567A-DB847C3B786F}"/>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Google Shape;214;p:notes">
            <a:extLst>
              <a:ext uri="{FF2B5EF4-FFF2-40B4-BE49-F238E27FC236}">
                <a16:creationId xmlns:a16="http://schemas.microsoft.com/office/drawing/2014/main" id="{ED264C51-5E45-76F1-7A7D-4B8863D6FFEF}"/>
              </a:ext>
            </a:extLst>
          </p:cNvPr>
          <p:cNvSpPr>
            <a:spLocks noGrp="1" noRot="1" noChangeAspect="1" noTextEdit="1"/>
          </p:cNvSpPr>
          <p:nvPr>
            <p:ph type="sldImg" idx="2"/>
          </p:nvPr>
        </p:nvSpPr>
        <p:spPr>
          <a:ln>
            <a:headEnd/>
            <a:tailEnd/>
          </a:ln>
        </p:spPr>
      </p:sp>
      <p:sp>
        <p:nvSpPr>
          <p:cNvPr id="32771" name="Google Shape;215;p:notes">
            <a:extLst>
              <a:ext uri="{FF2B5EF4-FFF2-40B4-BE49-F238E27FC236}">
                <a16:creationId xmlns:a16="http://schemas.microsoft.com/office/drawing/2014/main" id="{7809077C-15A4-B496-567A-DB847C3B786F}"/>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8862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263;g21258269c9b_0_0:notes">
            <a:extLst>
              <a:ext uri="{FF2B5EF4-FFF2-40B4-BE49-F238E27FC236}">
                <a16:creationId xmlns:a16="http://schemas.microsoft.com/office/drawing/2014/main" id="{F5FC80DC-CC03-FDFD-95C6-91862E747CFA}"/>
              </a:ext>
            </a:extLst>
          </p:cNvPr>
          <p:cNvSpPr>
            <a:spLocks noGrp="1" noRot="1" noChangeAspect="1" noTextEdit="1"/>
          </p:cNvSpPr>
          <p:nvPr>
            <p:ph type="sldImg" idx="2"/>
          </p:nvPr>
        </p:nvSpPr>
        <p:spPr>
          <a:noFill/>
          <a:ln>
            <a:headEnd/>
            <a:tailEnd/>
          </a:ln>
        </p:spPr>
      </p:sp>
      <p:sp>
        <p:nvSpPr>
          <p:cNvPr id="34819" name="Google Shape;264;g21258269c9b_0_0:notes">
            <a:extLst>
              <a:ext uri="{FF2B5EF4-FFF2-40B4-BE49-F238E27FC236}">
                <a16:creationId xmlns:a16="http://schemas.microsoft.com/office/drawing/2014/main" id="{C0B0C50B-FEBD-B776-3F88-95DFA7EB8FB5}"/>
              </a:ext>
            </a:extLst>
          </p:cNvPr>
          <p:cNvSpPr txBox="1">
            <a:spLocks noGrp="1"/>
          </p:cNvSpPr>
          <p:nvPr>
            <p:ph type="body" idx="1"/>
          </p:nvPr>
        </p:nvSpPr>
        <p:spPr/>
        <p:txBody>
          <a:bodyPr/>
          <a:lstStyle/>
          <a:p>
            <a:pPr marL="0" indent="0" eaLnBrk="1" hangingPunct="1">
              <a:buSzPts val="1100"/>
            </a:pPr>
            <a:endParaRPr lang="ar-SA" altLang="ar-SA" sz="1100" dirty="0">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Google Shape;263;g21258269c9b_0_0:notes">
            <a:extLst>
              <a:ext uri="{FF2B5EF4-FFF2-40B4-BE49-F238E27FC236}">
                <a16:creationId xmlns:a16="http://schemas.microsoft.com/office/drawing/2014/main" id="{86A1A4C9-CEBF-4DFC-B77C-C0D939C4AC86}"/>
              </a:ext>
            </a:extLst>
          </p:cNvPr>
          <p:cNvSpPr>
            <a:spLocks noGrp="1" noRot="1" noChangeAspect="1" noTextEdit="1"/>
          </p:cNvSpPr>
          <p:nvPr>
            <p:ph type="sldImg" idx="2"/>
          </p:nvPr>
        </p:nvSpPr>
        <p:spPr>
          <a:noFill/>
          <a:ln>
            <a:headEnd/>
            <a:tailEnd/>
          </a:ln>
        </p:spPr>
      </p:sp>
      <p:sp>
        <p:nvSpPr>
          <p:cNvPr id="36867" name="Google Shape;264;g21258269c9b_0_0:notes">
            <a:extLst>
              <a:ext uri="{FF2B5EF4-FFF2-40B4-BE49-F238E27FC236}">
                <a16:creationId xmlns:a16="http://schemas.microsoft.com/office/drawing/2014/main" id="{972F4585-896D-82BC-97A3-FE3764DED903}"/>
              </a:ext>
            </a:extLst>
          </p:cNvPr>
          <p:cNvSpPr txBox="1">
            <a:spLocks noGrp="1"/>
          </p:cNvSpPr>
          <p:nvPr>
            <p:ph type="body" idx="1"/>
          </p:nvPr>
        </p:nvSpPr>
        <p:spPr/>
        <p:txBody>
          <a:bodyPr/>
          <a:lstStyle/>
          <a:p>
            <a:pPr marL="0" indent="0" eaLnBrk="1" hangingPunct="1">
              <a:buSzPts val="1100"/>
            </a:pPr>
            <a:endParaRPr lang="ar-SA" altLang="ar-SA" sz="1100" dirty="0">
              <a:latin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F0DB6E91-F180-B864-7C6E-79804B04210C}"/>
              </a:ext>
            </a:extLst>
          </p:cNvPr>
          <p:cNvSpPr>
            <a:spLocks noGrp="1" noRot="1" noChangeAspect="1" noTextEdit="1"/>
          </p:cNvSpPr>
          <p:nvPr>
            <p:ph type="sldImg"/>
          </p:nvPr>
        </p:nvSpPr>
        <p:spPr>
          <a:ln>
            <a:headEnd/>
            <a:tailEnd/>
          </a:ln>
        </p:spPr>
      </p:sp>
      <p:sp>
        <p:nvSpPr>
          <p:cNvPr id="57347" name="Notes Placeholder 2">
            <a:extLst>
              <a:ext uri="{FF2B5EF4-FFF2-40B4-BE49-F238E27FC236}">
                <a16:creationId xmlns:a16="http://schemas.microsoft.com/office/drawing/2014/main" id="{FEDD484D-38DD-578F-E479-4BF145652485}"/>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F0DB6E91-F180-B864-7C6E-79804B04210C}"/>
              </a:ext>
            </a:extLst>
          </p:cNvPr>
          <p:cNvSpPr>
            <a:spLocks noGrp="1" noRot="1" noChangeAspect="1" noTextEdit="1"/>
          </p:cNvSpPr>
          <p:nvPr>
            <p:ph type="sldImg"/>
          </p:nvPr>
        </p:nvSpPr>
        <p:spPr>
          <a:ln>
            <a:headEnd/>
            <a:tailEnd/>
          </a:ln>
        </p:spPr>
      </p:sp>
      <p:sp>
        <p:nvSpPr>
          <p:cNvPr id="57347" name="Notes Placeholder 2">
            <a:extLst>
              <a:ext uri="{FF2B5EF4-FFF2-40B4-BE49-F238E27FC236}">
                <a16:creationId xmlns:a16="http://schemas.microsoft.com/office/drawing/2014/main" id="{FEDD484D-38DD-578F-E479-4BF145652485}"/>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62099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C71A92CB-AB5B-64A8-9663-755D3675A054}"/>
              </a:ext>
            </a:extLst>
          </p:cNvPr>
          <p:cNvSpPr>
            <a:spLocks noGrp="1" noRot="1" noChangeAspect="1" noTextEdit="1"/>
          </p:cNvSpPr>
          <p:nvPr>
            <p:ph type="sldImg"/>
          </p:nvPr>
        </p:nvSpPr>
        <p:spPr>
          <a:ln>
            <a:headEnd/>
            <a:tailEnd/>
          </a:ln>
        </p:spPr>
      </p:sp>
      <p:sp>
        <p:nvSpPr>
          <p:cNvPr id="65539" name="Notes Placeholder 2">
            <a:extLst>
              <a:ext uri="{FF2B5EF4-FFF2-40B4-BE49-F238E27FC236}">
                <a16:creationId xmlns:a16="http://schemas.microsoft.com/office/drawing/2014/main" id="{69A4F9DC-F970-6C79-C5E7-8349EEB75938}"/>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C71A92CB-AB5B-64A8-9663-755D3675A054}"/>
              </a:ext>
            </a:extLst>
          </p:cNvPr>
          <p:cNvSpPr>
            <a:spLocks noGrp="1" noRot="1" noChangeAspect="1" noTextEdit="1"/>
          </p:cNvSpPr>
          <p:nvPr>
            <p:ph type="sldImg"/>
          </p:nvPr>
        </p:nvSpPr>
        <p:spPr>
          <a:ln>
            <a:headEnd/>
            <a:tailEnd/>
          </a:ln>
        </p:spPr>
      </p:sp>
      <p:sp>
        <p:nvSpPr>
          <p:cNvPr id="65539" name="Notes Placeholder 2">
            <a:extLst>
              <a:ext uri="{FF2B5EF4-FFF2-40B4-BE49-F238E27FC236}">
                <a16:creationId xmlns:a16="http://schemas.microsoft.com/office/drawing/2014/main" id="{69A4F9DC-F970-6C79-C5E7-8349EEB75938}"/>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8523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85F45A7F-3804-C46D-550F-2BDB7B2160B7}"/>
              </a:ext>
            </a:extLst>
          </p:cNvPr>
          <p:cNvSpPr>
            <a:spLocks noGrp="1" noRot="1" noChangeAspect="1" noTextEdit="1"/>
          </p:cNvSpPr>
          <p:nvPr>
            <p:ph type="sldImg"/>
          </p:nvPr>
        </p:nvSpPr>
        <p:spPr>
          <a:ln>
            <a:headEnd/>
            <a:tailEnd/>
          </a:ln>
        </p:spPr>
      </p:sp>
      <p:sp>
        <p:nvSpPr>
          <p:cNvPr id="59395" name="Notes Placeholder 2">
            <a:extLst>
              <a:ext uri="{FF2B5EF4-FFF2-40B4-BE49-F238E27FC236}">
                <a16:creationId xmlns:a16="http://schemas.microsoft.com/office/drawing/2014/main" id="{893742C4-7D91-73AA-74F5-0665EE8EE0F2}"/>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B40235DC-5C14-5A84-3755-9797C831F387}"/>
              </a:ext>
            </a:extLst>
          </p:cNvPr>
          <p:cNvSpPr>
            <a:spLocks noGrp="1" noRot="1" noChangeAspect="1" noTextEdit="1"/>
          </p:cNvSpPr>
          <p:nvPr>
            <p:ph type="sldImg"/>
          </p:nvPr>
        </p:nvSpPr>
        <p:spPr>
          <a:ln>
            <a:headEnd/>
            <a:tailEnd/>
          </a:ln>
        </p:spPr>
      </p:sp>
      <p:sp>
        <p:nvSpPr>
          <p:cNvPr id="61443" name="Notes Placeholder 2">
            <a:extLst>
              <a:ext uri="{FF2B5EF4-FFF2-40B4-BE49-F238E27FC236}">
                <a16:creationId xmlns:a16="http://schemas.microsoft.com/office/drawing/2014/main" id="{C09E2178-0CAA-8562-1429-A686866F01B1}"/>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C71A92CB-AB5B-64A8-9663-755D3675A054}"/>
              </a:ext>
            </a:extLst>
          </p:cNvPr>
          <p:cNvSpPr>
            <a:spLocks noGrp="1" noRot="1" noChangeAspect="1" noTextEdit="1"/>
          </p:cNvSpPr>
          <p:nvPr>
            <p:ph type="sldImg"/>
          </p:nvPr>
        </p:nvSpPr>
        <p:spPr>
          <a:ln>
            <a:headEnd/>
            <a:tailEnd/>
          </a:ln>
        </p:spPr>
      </p:sp>
      <p:sp>
        <p:nvSpPr>
          <p:cNvPr id="65539" name="Notes Placeholder 2">
            <a:extLst>
              <a:ext uri="{FF2B5EF4-FFF2-40B4-BE49-F238E27FC236}">
                <a16:creationId xmlns:a16="http://schemas.microsoft.com/office/drawing/2014/main" id="{69A4F9DC-F970-6C79-C5E7-8349EEB75938}"/>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1730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957D1DC0-3A77-842B-779B-7570E1532E40}"/>
              </a:ext>
            </a:extLst>
          </p:cNvPr>
          <p:cNvSpPr>
            <a:spLocks noGrp="1" noRot="1" noChangeAspect="1" noTextEdit="1"/>
          </p:cNvSpPr>
          <p:nvPr>
            <p:ph type="sldImg"/>
          </p:nvPr>
        </p:nvSpPr>
        <p:spPr>
          <a:ln>
            <a:headEnd/>
            <a:tailEnd/>
          </a:ln>
        </p:spPr>
      </p:sp>
      <p:sp>
        <p:nvSpPr>
          <p:cNvPr id="43011" name="Notes Placeholder 2">
            <a:extLst>
              <a:ext uri="{FF2B5EF4-FFF2-40B4-BE49-F238E27FC236}">
                <a16:creationId xmlns:a16="http://schemas.microsoft.com/office/drawing/2014/main" id="{81765DF5-4BD0-B594-D3C2-A39C754FC1CF}"/>
              </a:ext>
            </a:extLst>
          </p:cNvPr>
          <p:cNvSpPr txBox="1">
            <a:spLocks noGrp="1"/>
          </p:cNvSpPr>
          <p:nvPr>
            <p:ph type="body" idx="1"/>
          </p:nvPr>
        </p:nvSpPr>
        <p:spPr/>
        <p:txBody>
          <a:bodyPr/>
          <a:lstStyle/>
          <a:p>
            <a:pPr eaLnBrk="1" hangingPunct="1">
              <a:buSzPts val="1100"/>
              <a:buFont typeface="Arial" panose="020B0604020202020204" pitchFamily="34" charset="0"/>
              <a:buChar char="●"/>
            </a:pPr>
            <a:r>
              <a:rPr lang="en-US" altLang="ar-SA" sz="1100">
                <a:latin typeface="Arial" panose="020B0604020202020204" pitchFamily="34" charset="0"/>
                <a:cs typeface="Arial" panose="020B0604020202020204" pitchFamily="34" charset="0"/>
              </a:rPr>
              <a:t>Load the dataset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60B36AF7-CC5B-3AB0-C6A4-3F4AD5BDC8F2}"/>
              </a:ext>
            </a:extLst>
          </p:cNvPr>
          <p:cNvSpPr>
            <a:spLocks noGrp="1" noRot="1" noChangeAspect="1" noTextEdit="1"/>
          </p:cNvSpPr>
          <p:nvPr>
            <p:ph type="sldImg"/>
          </p:nvPr>
        </p:nvSpPr>
        <p:spPr>
          <a:ln>
            <a:headEnd/>
            <a:tailEnd/>
          </a:ln>
        </p:spPr>
      </p:sp>
      <p:sp>
        <p:nvSpPr>
          <p:cNvPr id="45059" name="Notes Placeholder 2">
            <a:extLst>
              <a:ext uri="{FF2B5EF4-FFF2-40B4-BE49-F238E27FC236}">
                <a16:creationId xmlns:a16="http://schemas.microsoft.com/office/drawing/2014/main" id="{280D5073-5649-8F8B-17DD-F39351F40A78}"/>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C71A92CB-AB5B-64A8-9663-755D3675A054}"/>
              </a:ext>
            </a:extLst>
          </p:cNvPr>
          <p:cNvSpPr>
            <a:spLocks noGrp="1" noRot="1" noChangeAspect="1" noTextEdit="1"/>
          </p:cNvSpPr>
          <p:nvPr>
            <p:ph type="sldImg"/>
          </p:nvPr>
        </p:nvSpPr>
        <p:spPr>
          <a:ln>
            <a:headEnd/>
            <a:tailEnd/>
          </a:ln>
        </p:spPr>
      </p:sp>
      <p:sp>
        <p:nvSpPr>
          <p:cNvPr id="65539" name="Notes Placeholder 2">
            <a:extLst>
              <a:ext uri="{FF2B5EF4-FFF2-40B4-BE49-F238E27FC236}">
                <a16:creationId xmlns:a16="http://schemas.microsoft.com/office/drawing/2014/main" id="{69A4F9DC-F970-6C79-C5E7-8349EEB75938}"/>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62998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4D96CFC7-C3BB-B380-4F5D-63293FADA2E4}"/>
              </a:ext>
            </a:extLst>
          </p:cNvPr>
          <p:cNvSpPr>
            <a:spLocks noGrp="1" noRot="1" noChangeAspect="1" noTextEdit="1"/>
          </p:cNvSpPr>
          <p:nvPr>
            <p:ph type="sldImg"/>
          </p:nvPr>
        </p:nvSpPr>
        <p:spPr>
          <a:ln>
            <a:headEnd/>
            <a:tailEnd/>
          </a:ln>
        </p:spPr>
      </p:sp>
      <p:sp>
        <p:nvSpPr>
          <p:cNvPr id="63491" name="Notes Placeholder 2">
            <a:extLst>
              <a:ext uri="{FF2B5EF4-FFF2-40B4-BE49-F238E27FC236}">
                <a16:creationId xmlns:a16="http://schemas.microsoft.com/office/drawing/2014/main" id="{61C762FB-C207-F54F-CD8A-E3C843D3D593}"/>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8F0A03B7-6F64-C22E-5607-686A881F9AA1}"/>
              </a:ext>
            </a:extLst>
          </p:cNvPr>
          <p:cNvSpPr>
            <a:spLocks noGrp="1" noRot="1" noChangeAspect="1" noTextEdit="1"/>
          </p:cNvSpPr>
          <p:nvPr>
            <p:ph type="sldImg"/>
          </p:nvPr>
        </p:nvSpPr>
        <p:spPr>
          <a:ln>
            <a:headEnd/>
            <a:tailEnd/>
          </a:ln>
        </p:spPr>
      </p:sp>
      <p:sp>
        <p:nvSpPr>
          <p:cNvPr id="69635" name="Notes Placeholder 2">
            <a:extLst>
              <a:ext uri="{FF2B5EF4-FFF2-40B4-BE49-F238E27FC236}">
                <a16:creationId xmlns:a16="http://schemas.microsoft.com/office/drawing/2014/main" id="{691D0D9F-D297-4FD8-402B-17E91F91ED96}"/>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56FC1B94-BB23-F35A-874E-E947641EC27B}"/>
              </a:ext>
            </a:extLst>
          </p:cNvPr>
          <p:cNvSpPr>
            <a:spLocks noGrp="1" noRot="1" noChangeAspect="1" noTextEdit="1"/>
          </p:cNvSpPr>
          <p:nvPr>
            <p:ph type="sldImg"/>
          </p:nvPr>
        </p:nvSpPr>
        <p:spPr>
          <a:ln>
            <a:headEnd/>
            <a:tailEnd/>
          </a:ln>
        </p:spPr>
      </p:sp>
      <p:sp>
        <p:nvSpPr>
          <p:cNvPr id="71683" name="Notes Placeholder 2">
            <a:extLst>
              <a:ext uri="{FF2B5EF4-FFF2-40B4-BE49-F238E27FC236}">
                <a16:creationId xmlns:a16="http://schemas.microsoft.com/office/drawing/2014/main" id="{D80AC1BB-D942-AD34-DD32-1EFE1B4570C9}"/>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9BC0A7BD-B04D-50B7-4499-822F2D18DC4E}"/>
              </a:ext>
            </a:extLst>
          </p:cNvPr>
          <p:cNvSpPr>
            <a:spLocks noGrp="1" noRot="1" noChangeAspect="1" noTextEdit="1"/>
          </p:cNvSpPr>
          <p:nvPr>
            <p:ph type="sldImg"/>
          </p:nvPr>
        </p:nvSpPr>
        <p:spPr>
          <a:ln>
            <a:headEnd/>
            <a:tailEnd/>
          </a:ln>
        </p:spPr>
      </p:sp>
      <p:sp>
        <p:nvSpPr>
          <p:cNvPr id="73731" name="Notes Placeholder 2">
            <a:extLst>
              <a:ext uri="{FF2B5EF4-FFF2-40B4-BE49-F238E27FC236}">
                <a16:creationId xmlns:a16="http://schemas.microsoft.com/office/drawing/2014/main" id="{6F819DD3-BE0B-8956-A40D-70890323F9FD}"/>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9BC0A7BD-B04D-50B7-4499-822F2D18DC4E}"/>
              </a:ext>
            </a:extLst>
          </p:cNvPr>
          <p:cNvSpPr>
            <a:spLocks noGrp="1" noRot="1" noChangeAspect="1" noTextEdit="1"/>
          </p:cNvSpPr>
          <p:nvPr>
            <p:ph type="sldImg"/>
          </p:nvPr>
        </p:nvSpPr>
        <p:spPr>
          <a:ln>
            <a:headEnd/>
            <a:tailEnd/>
          </a:ln>
        </p:spPr>
      </p:sp>
      <p:sp>
        <p:nvSpPr>
          <p:cNvPr id="73731" name="Notes Placeholder 2">
            <a:extLst>
              <a:ext uri="{FF2B5EF4-FFF2-40B4-BE49-F238E27FC236}">
                <a16:creationId xmlns:a16="http://schemas.microsoft.com/office/drawing/2014/main" id="{6F819DD3-BE0B-8956-A40D-70890323F9FD}"/>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50896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9BC0A7BD-B04D-50B7-4499-822F2D18DC4E}"/>
              </a:ext>
            </a:extLst>
          </p:cNvPr>
          <p:cNvSpPr>
            <a:spLocks noGrp="1" noRot="1" noChangeAspect="1" noTextEdit="1"/>
          </p:cNvSpPr>
          <p:nvPr>
            <p:ph type="sldImg"/>
          </p:nvPr>
        </p:nvSpPr>
        <p:spPr>
          <a:ln>
            <a:headEnd/>
            <a:tailEnd/>
          </a:ln>
        </p:spPr>
      </p:sp>
      <p:sp>
        <p:nvSpPr>
          <p:cNvPr id="73731" name="Notes Placeholder 2">
            <a:extLst>
              <a:ext uri="{FF2B5EF4-FFF2-40B4-BE49-F238E27FC236}">
                <a16:creationId xmlns:a16="http://schemas.microsoft.com/office/drawing/2014/main" id="{6F819DD3-BE0B-8956-A40D-70890323F9FD}"/>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680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9BC0A7BD-B04D-50B7-4499-822F2D18DC4E}"/>
              </a:ext>
            </a:extLst>
          </p:cNvPr>
          <p:cNvSpPr>
            <a:spLocks noGrp="1" noRot="1" noChangeAspect="1" noTextEdit="1"/>
          </p:cNvSpPr>
          <p:nvPr>
            <p:ph type="sldImg"/>
          </p:nvPr>
        </p:nvSpPr>
        <p:spPr>
          <a:ln>
            <a:headEnd/>
            <a:tailEnd/>
          </a:ln>
        </p:spPr>
      </p:sp>
      <p:sp>
        <p:nvSpPr>
          <p:cNvPr id="73731" name="Notes Placeholder 2">
            <a:extLst>
              <a:ext uri="{FF2B5EF4-FFF2-40B4-BE49-F238E27FC236}">
                <a16:creationId xmlns:a16="http://schemas.microsoft.com/office/drawing/2014/main" id="{6F819DD3-BE0B-8956-A40D-70890323F9FD}"/>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1271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3F47403D-1959-285B-D496-A9781C1658DF}"/>
              </a:ext>
            </a:extLst>
          </p:cNvPr>
          <p:cNvSpPr>
            <a:spLocks noGrp="1" noRot="1" noChangeAspect="1" noTextEdit="1"/>
          </p:cNvSpPr>
          <p:nvPr>
            <p:ph type="sldImg"/>
          </p:nvPr>
        </p:nvSpPr>
        <p:spPr>
          <a:ln>
            <a:headEnd/>
            <a:tailEnd/>
          </a:ln>
        </p:spPr>
      </p:sp>
      <p:sp>
        <p:nvSpPr>
          <p:cNvPr id="75779" name="Notes Placeholder 2">
            <a:extLst>
              <a:ext uri="{FF2B5EF4-FFF2-40B4-BE49-F238E27FC236}">
                <a16:creationId xmlns:a16="http://schemas.microsoft.com/office/drawing/2014/main" id="{A0C58D8E-7901-E88C-CD71-F2ED92E31A5A}"/>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dirty="0">
              <a:latin typeface="Arial" panose="020B0604020202020204" pitchFamily="34" charset="0"/>
              <a:cs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B5AFBF8C-DF4C-4545-804F-FFAA44F5F6DB}"/>
              </a:ext>
            </a:extLst>
          </p:cNvPr>
          <p:cNvSpPr>
            <a:spLocks noGrp="1" noRot="1" noChangeAspect="1" noTextEdit="1"/>
          </p:cNvSpPr>
          <p:nvPr>
            <p:ph type="sldImg"/>
          </p:nvPr>
        </p:nvSpPr>
        <p:spPr>
          <a:ln>
            <a:headEnd/>
            <a:tailEnd/>
          </a:ln>
        </p:spPr>
      </p:sp>
      <p:sp>
        <p:nvSpPr>
          <p:cNvPr id="81923" name="Notes Placeholder 2">
            <a:extLst>
              <a:ext uri="{FF2B5EF4-FFF2-40B4-BE49-F238E27FC236}">
                <a16:creationId xmlns:a16="http://schemas.microsoft.com/office/drawing/2014/main" id="{25B323EB-17CB-318B-52B1-00C3DA719C18}"/>
              </a:ext>
            </a:extLst>
          </p:cNvPr>
          <p:cNvSpPr txBox="1">
            <a:spLocks noGrp="1"/>
          </p:cNvSpPr>
          <p:nvPr>
            <p:ph type="body" idx="1"/>
          </p:nvPr>
        </p:nvSpPr>
        <p:spPr/>
        <p:txBody>
          <a:bodyPr/>
          <a:lstStyle/>
          <a:p>
            <a:pPr eaLnBrk="1" hangingPunct="1">
              <a:buSzPts val="1100"/>
              <a:buFont typeface="Arial" panose="020B0604020202020204" pitchFamily="34" charset="0"/>
              <a:buChar char="●"/>
            </a:pPr>
            <a:endParaRPr lang="en-US" altLang="ar-SA" sz="1100" dirty="0">
              <a:latin typeface="Arial" panose="020B0604020202020204" pitchFamily="34" charset="0"/>
              <a:cs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3970" name="Google Shape;522;g21cacde62ee_0_121:notes">
            <a:extLst>
              <a:ext uri="{FF2B5EF4-FFF2-40B4-BE49-F238E27FC236}">
                <a16:creationId xmlns:a16="http://schemas.microsoft.com/office/drawing/2014/main" id="{2CB24279-0E84-F172-1542-B63A89546D4A}"/>
              </a:ext>
            </a:extLst>
          </p:cNvPr>
          <p:cNvSpPr>
            <a:spLocks noGrp="1" noRot="1" noChangeAspect="1" noTextEdit="1"/>
          </p:cNvSpPr>
          <p:nvPr>
            <p:ph type="sldImg" idx="2"/>
          </p:nvPr>
        </p:nvSpPr>
        <p:spPr>
          <a:noFill/>
          <a:ln>
            <a:headEnd/>
            <a:tailEnd/>
          </a:ln>
        </p:spPr>
      </p:sp>
      <p:sp>
        <p:nvSpPr>
          <p:cNvPr id="83971" name="Google Shape;523;g21cacde62ee_0_121:notes">
            <a:extLst>
              <a:ext uri="{FF2B5EF4-FFF2-40B4-BE49-F238E27FC236}">
                <a16:creationId xmlns:a16="http://schemas.microsoft.com/office/drawing/2014/main" id="{9F3B6294-16F3-E36B-CBA6-536889A4C76A}"/>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6018" name="Google Shape;522;g21cacde62ee_0_121:notes">
            <a:extLst>
              <a:ext uri="{FF2B5EF4-FFF2-40B4-BE49-F238E27FC236}">
                <a16:creationId xmlns:a16="http://schemas.microsoft.com/office/drawing/2014/main" id="{63162832-7F10-B55A-70B0-F0FE10CBEBA0}"/>
              </a:ext>
            </a:extLst>
          </p:cNvPr>
          <p:cNvSpPr>
            <a:spLocks noGrp="1" noRot="1" noChangeAspect="1" noTextEdit="1"/>
          </p:cNvSpPr>
          <p:nvPr>
            <p:ph type="sldImg" idx="2"/>
          </p:nvPr>
        </p:nvSpPr>
        <p:spPr>
          <a:noFill/>
          <a:ln>
            <a:headEnd/>
            <a:tailEnd/>
          </a:ln>
        </p:spPr>
      </p:sp>
      <p:sp>
        <p:nvSpPr>
          <p:cNvPr id="86019" name="Google Shape;523;g21cacde62ee_0_121:notes">
            <a:extLst>
              <a:ext uri="{FF2B5EF4-FFF2-40B4-BE49-F238E27FC236}">
                <a16:creationId xmlns:a16="http://schemas.microsoft.com/office/drawing/2014/main" id="{AA421579-7C19-4C88-7A15-A038DDBC2AF3}"/>
              </a:ext>
            </a:extLst>
          </p:cNvPr>
          <p:cNvSpPr txBox="1">
            <a:spLocks noGrp="1"/>
          </p:cNvSpPr>
          <p:nvPr>
            <p:ph type="body" idx="1"/>
          </p:nvPr>
        </p:nvSpPr>
        <p:spPr/>
        <p:txBody>
          <a:bodyPr/>
          <a:lstStyle/>
          <a:p>
            <a:pPr marL="0" indent="0" eaLnBrk="1" hangingPunct="1">
              <a:buSzPts val="1100"/>
            </a:pPr>
            <a:endParaRPr lang="ar-SA" altLang="ar-SA" sz="1100">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2" name="Google Shape;9;p2">
            <a:extLst>
              <a:ext uri="{FF2B5EF4-FFF2-40B4-BE49-F238E27FC236}">
                <a16:creationId xmlns:a16="http://schemas.microsoft.com/office/drawing/2014/main" id="{4EABA19E-D32B-B7C8-D770-ED7454E85B64}"/>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3" name="Google Shape;12;p2">
            <a:extLst>
              <a:ext uri="{FF2B5EF4-FFF2-40B4-BE49-F238E27FC236}">
                <a16:creationId xmlns:a16="http://schemas.microsoft.com/office/drawing/2014/main" id="{C7549171-BD86-F690-FF05-61798FC59D9D}"/>
              </a:ext>
            </a:extLst>
          </p:cNvPr>
          <p:cNvGrpSpPr>
            <a:grpSpLocks/>
          </p:cNvGrpSpPr>
          <p:nvPr/>
        </p:nvGrpSpPr>
        <p:grpSpPr bwMode="auto">
          <a:xfrm>
            <a:off x="6271684" y="-1282700"/>
            <a:ext cx="7033683" cy="9660467"/>
            <a:chOff x="4703275" y="-962175"/>
            <a:chExt cx="5276300" cy="7245075"/>
          </a:xfrm>
        </p:grpSpPr>
        <p:sp>
          <p:nvSpPr>
            <p:cNvPr id="4" name="Google Shape;13;p2">
              <a:extLst>
                <a:ext uri="{FF2B5EF4-FFF2-40B4-BE49-F238E27FC236}">
                  <a16:creationId xmlns:a16="http://schemas.microsoft.com/office/drawing/2014/main" id="{0C8D3D53-6C44-3CB7-46F3-543F3E42AFB6}"/>
                </a:ext>
              </a:extLst>
            </p:cNvPr>
            <p:cNvSpPr/>
            <p:nvPr/>
          </p:nvSpPr>
          <p:spPr>
            <a:xfrm>
              <a:off x="7988458" y="-962175"/>
              <a:ext cx="1991117" cy="1990649"/>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 name="Google Shape;14;p2">
              <a:extLst>
                <a:ext uri="{FF2B5EF4-FFF2-40B4-BE49-F238E27FC236}">
                  <a16:creationId xmlns:a16="http://schemas.microsoft.com/office/drawing/2014/main" id="{84D3B692-6256-D0A5-5A70-DA4C47764CBC}"/>
                </a:ext>
              </a:extLst>
            </p:cNvPr>
            <p:cNvSpPr/>
            <p:nvPr/>
          </p:nvSpPr>
          <p:spPr>
            <a:xfrm>
              <a:off x="4703275" y="4292251"/>
              <a:ext cx="1991117" cy="1990649"/>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sp>
        <p:nvSpPr>
          <p:cNvPr id="10" name="Google Shape;10;p2"/>
          <p:cNvSpPr txBox="1">
            <a:spLocks noGrp="1"/>
          </p:cNvSpPr>
          <p:nvPr>
            <p:ph type="ctrTitle"/>
          </p:nvPr>
        </p:nvSpPr>
        <p:spPr>
          <a:xfrm>
            <a:off x="953467" y="1094651"/>
            <a:ext cx="7559200" cy="3614800"/>
          </a:xfrm>
          <a:prstGeom prst="rect">
            <a:avLst/>
          </a:prstGeom>
        </p:spPr>
        <p:txBody>
          <a:bodyPr spcFirstLastPara="1" anchor="b">
            <a:noAutofit/>
          </a:bodyPr>
          <a:lstStyle>
            <a:lvl1pPr lvl="0">
              <a:lnSpc>
                <a:spcPct val="90000"/>
              </a:lnSpc>
              <a:spcBef>
                <a:spcPts val="0"/>
              </a:spcBef>
              <a:spcAft>
                <a:spcPts val="0"/>
              </a:spcAft>
              <a:buClr>
                <a:srgbClr val="191919"/>
              </a:buClr>
              <a:buSzPts val="5200"/>
              <a:buNone/>
              <a:defRPr sz="80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endParaRPr/>
          </a:p>
        </p:txBody>
      </p:sp>
      <p:sp>
        <p:nvSpPr>
          <p:cNvPr id="11" name="Google Shape;11;p2"/>
          <p:cNvSpPr txBox="1">
            <a:spLocks noGrp="1"/>
          </p:cNvSpPr>
          <p:nvPr>
            <p:ph type="subTitle" idx="1"/>
          </p:nvPr>
        </p:nvSpPr>
        <p:spPr>
          <a:xfrm>
            <a:off x="953467" y="4810967"/>
            <a:ext cx="4919200" cy="546000"/>
          </a:xfrm>
          <a:prstGeom prst="rect">
            <a:avLst/>
          </a:prstGeom>
          <a:ln w="9525" cap="flat" cmpd="sng">
            <a:solidFill>
              <a:schemeClr val="dk1"/>
            </a:solidFill>
            <a:prstDash val="solid"/>
            <a:round/>
            <a:headEnd type="none" w="sm" len="sm"/>
            <a:tailEnd type="none" w="sm" len="sm"/>
          </a:ln>
        </p:spPr>
        <p:txBody>
          <a:bodyPr spcFirstLastPara="1" anchor="ctr">
            <a:noAutofit/>
          </a:bodyPr>
          <a:lstStyle>
            <a:lvl1pPr lvl="0" algn="ctr">
              <a:lnSpc>
                <a:spcPct val="100000"/>
              </a:lnSpc>
              <a:spcBef>
                <a:spcPts val="0"/>
              </a:spcBef>
              <a:spcAft>
                <a:spcPts val="0"/>
              </a:spcAft>
              <a:buSzPts val="1200"/>
              <a:buNone/>
              <a:defRPr sz="2133"/>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endParaRPr/>
          </a:p>
        </p:txBody>
      </p:sp>
    </p:spTree>
    <p:extLst>
      <p:ext uri="{BB962C8B-B14F-4D97-AF65-F5344CB8AC3E}">
        <p14:creationId xmlns:p14="http://schemas.microsoft.com/office/powerpoint/2010/main" val="4085585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2" name="Google Shape;16;p3">
            <a:extLst>
              <a:ext uri="{FF2B5EF4-FFF2-40B4-BE49-F238E27FC236}">
                <a16:creationId xmlns:a16="http://schemas.microsoft.com/office/drawing/2014/main" id="{F6A22C5B-43D0-99F1-594C-D2CE7988B5D1}"/>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3" name="Google Shape;19;p3">
            <a:extLst>
              <a:ext uri="{FF2B5EF4-FFF2-40B4-BE49-F238E27FC236}">
                <a16:creationId xmlns:a16="http://schemas.microsoft.com/office/drawing/2014/main" id="{2B306204-38B7-BC46-8584-EB177BB3E830}"/>
              </a:ext>
            </a:extLst>
          </p:cNvPr>
          <p:cNvGrpSpPr>
            <a:grpSpLocks/>
          </p:cNvGrpSpPr>
          <p:nvPr/>
        </p:nvGrpSpPr>
        <p:grpSpPr bwMode="auto">
          <a:xfrm>
            <a:off x="-1092200" y="-1282699"/>
            <a:ext cx="14376400" cy="2654300"/>
            <a:chOff x="-818812" y="-962175"/>
            <a:chExt cx="10781600" cy="1991100"/>
          </a:xfrm>
        </p:grpSpPr>
        <p:sp>
          <p:nvSpPr>
            <p:cNvPr id="4" name="Google Shape;20;p3">
              <a:extLst>
                <a:ext uri="{FF2B5EF4-FFF2-40B4-BE49-F238E27FC236}">
                  <a16:creationId xmlns:a16="http://schemas.microsoft.com/office/drawing/2014/main" id="{E7F73C20-BBE2-6FEC-E425-FD374B42FA59}"/>
                </a:ext>
              </a:extLst>
            </p:cNvPr>
            <p:cNvSpPr/>
            <p:nvPr/>
          </p:nvSpPr>
          <p:spPr>
            <a:xfrm>
              <a:off x="7972192" y="-962175"/>
              <a:ext cx="1990596" cy="1991100"/>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 name="Google Shape;21;p3">
              <a:extLst>
                <a:ext uri="{FF2B5EF4-FFF2-40B4-BE49-F238E27FC236}">
                  <a16:creationId xmlns:a16="http://schemas.microsoft.com/office/drawing/2014/main" id="{2F1A4961-E818-A776-97D3-549AD47C4E56}"/>
                </a:ext>
              </a:extLst>
            </p:cNvPr>
            <p:cNvSpPr/>
            <p:nvPr/>
          </p:nvSpPr>
          <p:spPr>
            <a:xfrm>
              <a:off x="-818812" y="-962175"/>
              <a:ext cx="1990596" cy="1991100"/>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sp>
        <p:nvSpPr>
          <p:cNvPr id="17" name="Google Shape;17;p3"/>
          <p:cNvSpPr txBox="1">
            <a:spLocks noGrp="1"/>
          </p:cNvSpPr>
          <p:nvPr>
            <p:ph type="title"/>
          </p:nvPr>
        </p:nvSpPr>
        <p:spPr>
          <a:xfrm>
            <a:off x="2655600" y="3304567"/>
            <a:ext cx="6880800" cy="1344400"/>
          </a:xfrm>
          <a:prstGeom prst="rect">
            <a:avLst/>
          </a:prstGeom>
        </p:spPr>
        <p:txBody>
          <a:bodyPr spcFirstLastPara="1">
            <a:noAutofit/>
          </a:bodyPr>
          <a:lstStyle>
            <a:lvl1pPr lvl="0" algn="ctr" rtl="0">
              <a:spcBef>
                <a:spcPts val="0"/>
              </a:spcBef>
              <a:spcAft>
                <a:spcPts val="0"/>
              </a:spcAft>
              <a:buSzPts val="3600"/>
              <a:buNone/>
              <a:defRPr sz="8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8" name="Google Shape;18;p3"/>
          <p:cNvSpPr txBox="1">
            <a:spLocks noGrp="1"/>
          </p:cNvSpPr>
          <p:nvPr>
            <p:ph type="title" idx="2"/>
          </p:nvPr>
        </p:nvSpPr>
        <p:spPr>
          <a:xfrm>
            <a:off x="5351001" y="1371900"/>
            <a:ext cx="1490000" cy="1490000"/>
          </a:xfrm>
          <a:prstGeom prst="rect">
            <a:avLst/>
          </a:prstGeom>
          <a:noFill/>
          <a:ln w="9525" cap="flat" cmpd="sng">
            <a:solidFill>
              <a:schemeClr val="dk1"/>
            </a:solidFill>
            <a:prstDash val="solid"/>
            <a:round/>
            <a:headEnd type="none" w="sm" len="sm"/>
            <a:tailEnd type="none" w="sm" len="sm"/>
          </a:ln>
        </p:spPr>
        <p:txBody>
          <a:bodyPr spcFirstLastPara="1" anchor="ctr">
            <a:noAutofit/>
          </a:bodyPr>
          <a:lstStyle>
            <a:lvl1pPr lvl="0" algn="ctr" rtl="0">
              <a:spcBef>
                <a:spcPts val="0"/>
              </a:spcBef>
              <a:spcAft>
                <a:spcPts val="0"/>
              </a:spcAft>
              <a:buClr>
                <a:schemeClr val="lt1"/>
              </a:buClr>
              <a:buSzPts val="6000"/>
              <a:buNone/>
              <a:defRPr sz="6667"/>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2993962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2" name="Google Shape;37;p6">
            <a:extLst>
              <a:ext uri="{FF2B5EF4-FFF2-40B4-BE49-F238E27FC236}">
                <a16:creationId xmlns:a16="http://schemas.microsoft.com/office/drawing/2014/main" id="{BF748045-6A6A-70CC-7C7A-4BACD8301A16}"/>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3" name="Google Shape;39;p6">
            <a:extLst>
              <a:ext uri="{FF2B5EF4-FFF2-40B4-BE49-F238E27FC236}">
                <a16:creationId xmlns:a16="http://schemas.microsoft.com/office/drawing/2014/main" id="{AADA83F3-9A9C-5DD2-6333-9E9D8480D285}"/>
              </a:ext>
            </a:extLst>
          </p:cNvPr>
          <p:cNvGrpSpPr>
            <a:grpSpLocks/>
          </p:cNvGrpSpPr>
          <p:nvPr/>
        </p:nvGrpSpPr>
        <p:grpSpPr bwMode="auto">
          <a:xfrm>
            <a:off x="-1344084" y="-1485899"/>
            <a:ext cx="14507635" cy="10081684"/>
            <a:chOff x="-1008325" y="-1114575"/>
            <a:chExt cx="10881375" cy="7560850"/>
          </a:xfrm>
        </p:grpSpPr>
        <p:sp>
          <p:nvSpPr>
            <p:cNvPr id="4" name="Google Shape;40;p6">
              <a:extLst>
                <a:ext uri="{FF2B5EF4-FFF2-40B4-BE49-F238E27FC236}">
                  <a16:creationId xmlns:a16="http://schemas.microsoft.com/office/drawing/2014/main" id="{15400B98-E2F0-0BFC-2DD4-1E6D1933AC8F}"/>
                </a:ext>
              </a:extLst>
            </p:cNvPr>
            <p:cNvSpPr/>
            <p:nvPr/>
          </p:nvSpPr>
          <p:spPr>
            <a:xfrm>
              <a:off x="-1008325" y="4455659"/>
              <a:ext cx="1990845" cy="1990616"/>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 name="Google Shape;41;p6">
              <a:extLst>
                <a:ext uri="{FF2B5EF4-FFF2-40B4-BE49-F238E27FC236}">
                  <a16:creationId xmlns:a16="http://schemas.microsoft.com/office/drawing/2014/main" id="{87424127-4658-25C3-87B7-DE5FF07AB5C8}"/>
                </a:ext>
              </a:extLst>
            </p:cNvPr>
            <p:cNvSpPr/>
            <p:nvPr/>
          </p:nvSpPr>
          <p:spPr>
            <a:xfrm>
              <a:off x="7882206" y="-1114575"/>
              <a:ext cx="1990844" cy="1990616"/>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sp>
        <p:nvSpPr>
          <p:cNvPr id="38" name="Google Shape;38;p6"/>
          <p:cNvSpPr txBox="1">
            <a:spLocks noGrp="1"/>
          </p:cNvSpPr>
          <p:nvPr>
            <p:ph type="title"/>
          </p:nvPr>
        </p:nvSpPr>
        <p:spPr>
          <a:xfrm>
            <a:off x="960000" y="694967"/>
            <a:ext cx="10272000" cy="763600"/>
          </a:xfrm>
          <a:prstGeom prst="rect">
            <a:avLst/>
          </a:prstGeom>
        </p:spPr>
        <p:txBody>
          <a:bodyPr spcFirstLastPara="1">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692289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sp>
        <p:nvSpPr>
          <p:cNvPr id="2" name="Google Shape;48;p8">
            <a:extLst>
              <a:ext uri="{FF2B5EF4-FFF2-40B4-BE49-F238E27FC236}">
                <a16:creationId xmlns:a16="http://schemas.microsoft.com/office/drawing/2014/main" id="{5B5A30CA-B95B-D7B6-F359-BD7A9CF7D01E}"/>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3" name="Google Shape;50;p8">
            <a:extLst>
              <a:ext uri="{FF2B5EF4-FFF2-40B4-BE49-F238E27FC236}">
                <a16:creationId xmlns:a16="http://schemas.microsoft.com/office/drawing/2014/main" id="{EBFA6C76-D231-86D3-EA64-0400995A7B21}"/>
              </a:ext>
            </a:extLst>
          </p:cNvPr>
          <p:cNvGrpSpPr>
            <a:grpSpLocks/>
          </p:cNvGrpSpPr>
          <p:nvPr/>
        </p:nvGrpSpPr>
        <p:grpSpPr bwMode="auto">
          <a:xfrm>
            <a:off x="-1013884" y="-1445684"/>
            <a:ext cx="14219768" cy="9749368"/>
            <a:chOff x="-790550" y="-1114575"/>
            <a:chExt cx="10663600" cy="7311975"/>
          </a:xfrm>
        </p:grpSpPr>
        <p:sp>
          <p:nvSpPr>
            <p:cNvPr id="4" name="Google Shape;51;p8">
              <a:extLst>
                <a:ext uri="{FF2B5EF4-FFF2-40B4-BE49-F238E27FC236}">
                  <a16:creationId xmlns:a16="http://schemas.microsoft.com/office/drawing/2014/main" id="{AC0196A2-5087-3E47-46ED-CE8B908C97AC}"/>
                </a:ext>
              </a:extLst>
            </p:cNvPr>
            <p:cNvSpPr/>
            <p:nvPr/>
          </p:nvSpPr>
          <p:spPr>
            <a:xfrm>
              <a:off x="-790550" y="4206689"/>
              <a:ext cx="1990497" cy="1990711"/>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 name="Google Shape;52;p8">
              <a:extLst>
                <a:ext uri="{FF2B5EF4-FFF2-40B4-BE49-F238E27FC236}">
                  <a16:creationId xmlns:a16="http://schemas.microsoft.com/office/drawing/2014/main" id="{5B65CEF8-C38B-B605-F321-E005FE3E14CC}"/>
                </a:ext>
              </a:extLst>
            </p:cNvPr>
            <p:cNvSpPr/>
            <p:nvPr/>
          </p:nvSpPr>
          <p:spPr>
            <a:xfrm>
              <a:off x="7882554" y="-1114575"/>
              <a:ext cx="1990496" cy="1990712"/>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sp>
        <p:nvSpPr>
          <p:cNvPr id="49" name="Google Shape;49;p8"/>
          <p:cNvSpPr txBox="1">
            <a:spLocks noGrp="1"/>
          </p:cNvSpPr>
          <p:nvPr>
            <p:ph type="title"/>
          </p:nvPr>
        </p:nvSpPr>
        <p:spPr>
          <a:xfrm>
            <a:off x="3632201" y="1742800"/>
            <a:ext cx="4927600" cy="3372400"/>
          </a:xfrm>
          <a:prstGeom prst="rect">
            <a:avLst/>
          </a:prstGeom>
        </p:spPr>
        <p:txBody>
          <a:bodyPr spcFirstLastPara="1" anchor="ctr">
            <a:noAutofit/>
          </a:bodyPr>
          <a:lstStyle>
            <a:lvl1pPr lvl="0" algn="ctr">
              <a:spcBef>
                <a:spcPts val="0"/>
              </a:spcBef>
              <a:spcAft>
                <a:spcPts val="0"/>
              </a:spcAft>
              <a:buSzPts val="6000"/>
              <a:buNone/>
              <a:defRPr sz="8000"/>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endParaRPr/>
          </a:p>
        </p:txBody>
      </p:sp>
    </p:spTree>
    <p:extLst>
      <p:ext uri="{BB962C8B-B14F-4D97-AF65-F5344CB8AC3E}">
        <p14:creationId xmlns:p14="http://schemas.microsoft.com/office/powerpoint/2010/main" val="2547415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3"/>
        <p:cNvGrpSpPr/>
        <p:nvPr/>
      </p:nvGrpSpPr>
      <p:grpSpPr>
        <a:xfrm>
          <a:off x="0" y="0"/>
          <a:ext cx="0" cy="0"/>
          <a:chOff x="0" y="0"/>
          <a:chExt cx="0" cy="0"/>
        </a:xfrm>
      </p:grpSpPr>
      <p:sp>
        <p:nvSpPr>
          <p:cNvPr id="2" name="Google Shape;54;p9">
            <a:extLst>
              <a:ext uri="{FF2B5EF4-FFF2-40B4-BE49-F238E27FC236}">
                <a16:creationId xmlns:a16="http://schemas.microsoft.com/office/drawing/2014/main" id="{BE915BAC-03CD-44B4-8F8F-26DDD4DB1DB0}"/>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3" name="Google Shape;57;p9">
            <a:extLst>
              <a:ext uri="{FF2B5EF4-FFF2-40B4-BE49-F238E27FC236}">
                <a16:creationId xmlns:a16="http://schemas.microsoft.com/office/drawing/2014/main" id="{A8D58D68-4EE5-4521-6946-212BC3B9C4C6}"/>
              </a:ext>
            </a:extLst>
          </p:cNvPr>
          <p:cNvSpPr/>
          <p:nvPr/>
        </p:nvSpPr>
        <p:spPr>
          <a:xfrm>
            <a:off x="4768851" y="5721351"/>
            <a:ext cx="2654300" cy="2656416"/>
          </a:xfrm>
          <a:prstGeom prst="donut">
            <a:avLst>
              <a:gd name="adj" fmla="val 12219"/>
            </a:avLst>
          </a:prstGeom>
          <a:solidFill>
            <a:schemeClr val="dk1"/>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5" name="Google Shape;55;p9"/>
          <p:cNvSpPr txBox="1">
            <a:spLocks noGrp="1"/>
          </p:cNvSpPr>
          <p:nvPr>
            <p:ph type="title"/>
          </p:nvPr>
        </p:nvSpPr>
        <p:spPr>
          <a:xfrm>
            <a:off x="2935801" y="2113165"/>
            <a:ext cx="6320400" cy="1122400"/>
          </a:xfrm>
          <a:prstGeom prst="rect">
            <a:avLst/>
          </a:prstGeom>
        </p:spPr>
        <p:txBody>
          <a:bodyPr spcFirstLastPara="1" anchor="b">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56" name="Google Shape;56;p9"/>
          <p:cNvSpPr txBox="1">
            <a:spLocks noGrp="1"/>
          </p:cNvSpPr>
          <p:nvPr>
            <p:ph type="subTitle" idx="1"/>
          </p:nvPr>
        </p:nvSpPr>
        <p:spPr>
          <a:xfrm>
            <a:off x="2935903" y="3237235"/>
            <a:ext cx="6320400" cy="584400"/>
          </a:xfrm>
          <a:prstGeom prst="rect">
            <a:avLst/>
          </a:prstGeom>
          <a:ln w="9525" cap="flat" cmpd="sng">
            <a:solidFill>
              <a:schemeClr val="dk1"/>
            </a:solidFill>
            <a:prstDash val="solid"/>
            <a:round/>
            <a:headEnd type="none" w="sm" len="sm"/>
            <a:tailEnd type="none" w="sm" len="sm"/>
          </a:ln>
        </p:spPr>
        <p:txBody>
          <a:bodyPr spcFirstLastPara="1">
            <a:noAutofit/>
          </a:bodyPr>
          <a:lstStyle>
            <a:lvl1pPr lvl="0" algn="ctr" rtl="0">
              <a:lnSpc>
                <a:spcPct val="100000"/>
              </a:lnSpc>
              <a:spcBef>
                <a:spcPts val="0"/>
              </a:spcBef>
              <a:spcAft>
                <a:spcPts val="0"/>
              </a:spcAft>
              <a:buSzPts val="1200"/>
              <a:buNone/>
              <a:defRPr sz="2133"/>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2427954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8"/>
        <p:cNvGrpSpPr/>
        <p:nvPr/>
      </p:nvGrpSpPr>
      <p:grpSpPr>
        <a:xfrm>
          <a:off x="0" y="0"/>
          <a:ext cx="0" cy="0"/>
          <a:chOff x="0" y="0"/>
          <a:chExt cx="0" cy="0"/>
        </a:xfrm>
      </p:grpSpPr>
      <p:sp>
        <p:nvSpPr>
          <p:cNvPr id="59" name="Google Shape;59;p10"/>
          <p:cNvSpPr>
            <a:spLocks noGrp="1"/>
          </p:cNvSpPr>
          <p:nvPr>
            <p:ph type="pic" idx="2"/>
          </p:nvPr>
        </p:nvSpPr>
        <p:spPr>
          <a:xfrm>
            <a:off x="-9167" y="0"/>
            <a:ext cx="12192000" cy="6876400"/>
          </a:xfrm>
          <a:prstGeom prst="rect">
            <a:avLst/>
          </a:prstGeom>
          <a:noFill/>
          <a:ln>
            <a:noFill/>
          </a:ln>
        </p:spPr>
      </p:sp>
      <p:sp>
        <p:nvSpPr>
          <p:cNvPr id="60" name="Google Shape;60;p10"/>
          <p:cNvSpPr txBox="1">
            <a:spLocks noGrp="1"/>
          </p:cNvSpPr>
          <p:nvPr>
            <p:ph type="title"/>
          </p:nvPr>
        </p:nvSpPr>
        <p:spPr>
          <a:xfrm>
            <a:off x="960000" y="5384000"/>
            <a:ext cx="10272000" cy="763600"/>
          </a:xfrm>
          <a:prstGeom prst="rect">
            <a:avLst/>
          </a:prstGeom>
          <a:solidFill>
            <a:schemeClr val="lt1"/>
          </a:solidFill>
        </p:spPr>
        <p:txBody>
          <a:bodyPr spcFirstLastPara="1" anchor="ctr">
            <a:noAutofit/>
          </a:bodyPr>
          <a:lstStyle>
            <a:lvl1pPr lvl="0" algn="ctr" rtl="0">
              <a:spcBef>
                <a:spcPts val="0"/>
              </a:spcBef>
              <a:spcAft>
                <a:spcPts val="0"/>
              </a:spcAft>
              <a:buSzPts val="30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extLst>
      <p:ext uri="{BB962C8B-B14F-4D97-AF65-F5344CB8AC3E}">
        <p14:creationId xmlns:p14="http://schemas.microsoft.com/office/powerpoint/2010/main" val="94689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84"/>
        <p:cNvGrpSpPr/>
        <p:nvPr/>
      </p:nvGrpSpPr>
      <p:grpSpPr>
        <a:xfrm>
          <a:off x="0" y="0"/>
          <a:ext cx="0" cy="0"/>
          <a:chOff x="0" y="0"/>
          <a:chExt cx="0" cy="0"/>
        </a:xfrm>
      </p:grpSpPr>
      <p:sp>
        <p:nvSpPr>
          <p:cNvPr id="2" name="Google Shape;85;p14">
            <a:extLst>
              <a:ext uri="{FF2B5EF4-FFF2-40B4-BE49-F238E27FC236}">
                <a16:creationId xmlns:a16="http://schemas.microsoft.com/office/drawing/2014/main" id="{9286ACDB-D866-F1E8-C847-EB42B19FD07F}"/>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3" name="Google Shape;90;p14">
            <a:extLst>
              <a:ext uri="{FF2B5EF4-FFF2-40B4-BE49-F238E27FC236}">
                <a16:creationId xmlns:a16="http://schemas.microsoft.com/office/drawing/2014/main" id="{D6E98F03-918A-D3F9-98B8-7C72E7E40423}"/>
              </a:ext>
            </a:extLst>
          </p:cNvPr>
          <p:cNvGrpSpPr>
            <a:grpSpLocks/>
          </p:cNvGrpSpPr>
          <p:nvPr/>
        </p:nvGrpSpPr>
        <p:grpSpPr bwMode="auto">
          <a:xfrm flipH="1">
            <a:off x="952501" y="-1775884"/>
            <a:ext cx="12325351" cy="9952568"/>
            <a:chOff x="-818800" y="-1332350"/>
            <a:chExt cx="9242800" cy="7464950"/>
          </a:xfrm>
        </p:grpSpPr>
        <p:sp>
          <p:nvSpPr>
            <p:cNvPr id="4" name="Google Shape;91;p14">
              <a:extLst>
                <a:ext uri="{FF2B5EF4-FFF2-40B4-BE49-F238E27FC236}">
                  <a16:creationId xmlns:a16="http://schemas.microsoft.com/office/drawing/2014/main" id="{875B980C-3A7B-CC9B-B846-3A1983BB968A}"/>
                </a:ext>
              </a:extLst>
            </p:cNvPr>
            <p:cNvSpPr/>
            <p:nvPr/>
          </p:nvSpPr>
          <p:spPr>
            <a:xfrm>
              <a:off x="-818800" y="4141735"/>
              <a:ext cx="1990464" cy="1990865"/>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 name="Google Shape;92;p14">
              <a:extLst>
                <a:ext uri="{FF2B5EF4-FFF2-40B4-BE49-F238E27FC236}">
                  <a16:creationId xmlns:a16="http://schemas.microsoft.com/office/drawing/2014/main" id="{B6E560F4-57E4-0362-F2A4-B076AA075646}"/>
                </a:ext>
              </a:extLst>
            </p:cNvPr>
            <p:cNvSpPr/>
            <p:nvPr/>
          </p:nvSpPr>
          <p:spPr>
            <a:xfrm>
              <a:off x="6433536" y="-1332350"/>
              <a:ext cx="1990464" cy="1990866"/>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sp>
        <p:nvSpPr>
          <p:cNvPr id="86" name="Google Shape;86;p14"/>
          <p:cNvSpPr txBox="1">
            <a:spLocks noGrp="1"/>
          </p:cNvSpPr>
          <p:nvPr>
            <p:ph type="title"/>
          </p:nvPr>
        </p:nvSpPr>
        <p:spPr>
          <a:xfrm>
            <a:off x="960003" y="2046700"/>
            <a:ext cx="4310800" cy="763600"/>
          </a:xfrm>
          <a:prstGeom prst="rect">
            <a:avLst/>
          </a:prstGeom>
        </p:spPr>
        <p:txBody>
          <a:bodyPr spcFirstLastPara="1" anchor="b">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7" name="Google Shape;87;p14"/>
          <p:cNvSpPr txBox="1">
            <a:spLocks noGrp="1"/>
          </p:cNvSpPr>
          <p:nvPr>
            <p:ph type="subTitle" idx="1"/>
          </p:nvPr>
        </p:nvSpPr>
        <p:spPr>
          <a:xfrm>
            <a:off x="960003" y="2884500"/>
            <a:ext cx="4774000" cy="1926800"/>
          </a:xfrm>
          <a:prstGeom prst="rect">
            <a:avLst/>
          </a:prstGeom>
        </p:spPr>
        <p:txBody>
          <a:bodyPr spcFirstLastPara="1">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8" name="Google Shape;88;p14"/>
          <p:cNvSpPr>
            <a:spLocks noGrp="1"/>
          </p:cNvSpPr>
          <p:nvPr>
            <p:ph type="pic" idx="2"/>
          </p:nvPr>
        </p:nvSpPr>
        <p:spPr>
          <a:xfrm>
            <a:off x="7024500" y="713333"/>
            <a:ext cx="4214000" cy="5431200"/>
          </a:xfrm>
          <a:prstGeom prst="rect">
            <a:avLst/>
          </a:prstGeom>
          <a:noFill/>
          <a:ln>
            <a:noFill/>
          </a:ln>
        </p:spPr>
      </p:sp>
      <p:sp>
        <p:nvSpPr>
          <p:cNvPr id="89" name="Google Shape;89;p14"/>
          <p:cNvSpPr>
            <a:spLocks noGrp="1"/>
          </p:cNvSpPr>
          <p:nvPr>
            <p:ph type="pic" idx="3"/>
          </p:nvPr>
        </p:nvSpPr>
        <p:spPr>
          <a:xfrm>
            <a:off x="960003" y="3915067"/>
            <a:ext cx="5763600" cy="2229600"/>
          </a:xfrm>
          <a:prstGeom prst="rect">
            <a:avLst/>
          </a:prstGeom>
          <a:noFill/>
          <a:ln>
            <a:noFill/>
          </a:ln>
        </p:spPr>
      </p:sp>
    </p:spTree>
    <p:extLst>
      <p:ext uri="{BB962C8B-B14F-4D97-AF65-F5344CB8AC3E}">
        <p14:creationId xmlns:p14="http://schemas.microsoft.com/office/powerpoint/2010/main" val="16884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34"/>
        <p:cNvGrpSpPr/>
        <p:nvPr/>
      </p:nvGrpSpPr>
      <p:grpSpPr>
        <a:xfrm>
          <a:off x="0" y="0"/>
          <a:ext cx="0" cy="0"/>
          <a:chOff x="0" y="0"/>
          <a:chExt cx="0" cy="0"/>
        </a:xfrm>
      </p:grpSpPr>
      <p:sp>
        <p:nvSpPr>
          <p:cNvPr id="2" name="Google Shape;135;p20">
            <a:extLst>
              <a:ext uri="{FF2B5EF4-FFF2-40B4-BE49-F238E27FC236}">
                <a16:creationId xmlns:a16="http://schemas.microsoft.com/office/drawing/2014/main" id="{2BD99083-A382-CD09-531C-688B525F4E7D}"/>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3" name="Google Shape;145;p20">
            <a:extLst>
              <a:ext uri="{FF2B5EF4-FFF2-40B4-BE49-F238E27FC236}">
                <a16:creationId xmlns:a16="http://schemas.microsoft.com/office/drawing/2014/main" id="{E1D6B27F-086C-D377-A8D8-88EBB58B6F57}"/>
              </a:ext>
            </a:extLst>
          </p:cNvPr>
          <p:cNvGrpSpPr>
            <a:grpSpLocks/>
          </p:cNvGrpSpPr>
          <p:nvPr/>
        </p:nvGrpSpPr>
        <p:grpSpPr bwMode="auto">
          <a:xfrm>
            <a:off x="960967" y="-1763183"/>
            <a:ext cx="10270067" cy="10488084"/>
            <a:chOff x="720000" y="-1321975"/>
            <a:chExt cx="7704000" cy="7866275"/>
          </a:xfrm>
        </p:grpSpPr>
        <p:sp>
          <p:nvSpPr>
            <p:cNvPr id="4" name="Google Shape;146;p20">
              <a:extLst>
                <a:ext uri="{FF2B5EF4-FFF2-40B4-BE49-F238E27FC236}">
                  <a16:creationId xmlns:a16="http://schemas.microsoft.com/office/drawing/2014/main" id="{8F4B2DD7-23C8-C8F3-2903-31C134C081CB}"/>
                </a:ext>
              </a:extLst>
            </p:cNvPr>
            <p:cNvSpPr/>
            <p:nvPr/>
          </p:nvSpPr>
          <p:spPr>
            <a:xfrm>
              <a:off x="6432900" y="-1321975"/>
              <a:ext cx="1991100" cy="1990780"/>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 name="Google Shape;147;p20">
              <a:extLst>
                <a:ext uri="{FF2B5EF4-FFF2-40B4-BE49-F238E27FC236}">
                  <a16:creationId xmlns:a16="http://schemas.microsoft.com/office/drawing/2014/main" id="{5A4EACB1-B7B7-8892-C98F-DAD0EABE3A84}"/>
                </a:ext>
              </a:extLst>
            </p:cNvPr>
            <p:cNvSpPr/>
            <p:nvPr/>
          </p:nvSpPr>
          <p:spPr>
            <a:xfrm>
              <a:off x="720000" y="4553521"/>
              <a:ext cx="1991100" cy="1990779"/>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sp>
        <p:nvSpPr>
          <p:cNvPr id="136" name="Google Shape;136;p20"/>
          <p:cNvSpPr txBox="1">
            <a:spLocks noGrp="1"/>
          </p:cNvSpPr>
          <p:nvPr>
            <p:ph type="title"/>
          </p:nvPr>
        </p:nvSpPr>
        <p:spPr>
          <a:xfrm>
            <a:off x="960000" y="694967"/>
            <a:ext cx="10272000" cy="763600"/>
          </a:xfrm>
          <a:prstGeom prst="rect">
            <a:avLst/>
          </a:prstGeom>
        </p:spPr>
        <p:txBody>
          <a:bodyPr spcFirstLastPara="1">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7" name="Google Shape;137;p20"/>
          <p:cNvSpPr txBox="1">
            <a:spLocks noGrp="1"/>
          </p:cNvSpPr>
          <p:nvPr>
            <p:ph type="subTitle" idx="1"/>
          </p:nvPr>
        </p:nvSpPr>
        <p:spPr>
          <a:xfrm>
            <a:off x="1551633" y="1741967"/>
            <a:ext cx="3956000" cy="701200"/>
          </a:xfrm>
          <a:prstGeom prst="rect">
            <a:avLst/>
          </a:prstGeom>
          <a:ln>
            <a:noFill/>
          </a:ln>
        </p:spPr>
        <p:txBody>
          <a:bodyPr spcFirstLastPara="1" anchor="b">
            <a:noAutofit/>
          </a:bodyPr>
          <a:lstStyle>
            <a:lvl1pPr lvl="0" rtl="0">
              <a:lnSpc>
                <a:spcPct val="100000"/>
              </a:lnSpc>
              <a:spcBef>
                <a:spcPts val="0"/>
              </a:spcBef>
              <a:spcAft>
                <a:spcPts val="0"/>
              </a:spcAft>
              <a:buClr>
                <a:schemeClr val="dk1"/>
              </a:buClr>
              <a:buSzPts val="2400"/>
              <a:buFont typeface="Bebas Neue"/>
              <a:buNone/>
              <a:defRPr sz="2933">
                <a:solidFill>
                  <a:schemeClr val="dk1"/>
                </a:solidFill>
                <a:latin typeface="Besley"/>
                <a:ea typeface="Besley"/>
                <a:cs typeface="Besley"/>
                <a:sym typeface="Besley"/>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138" name="Google Shape;138;p20"/>
          <p:cNvSpPr txBox="1">
            <a:spLocks noGrp="1"/>
          </p:cNvSpPr>
          <p:nvPr>
            <p:ph type="subTitle" idx="2"/>
          </p:nvPr>
        </p:nvSpPr>
        <p:spPr>
          <a:xfrm>
            <a:off x="1551633" y="2341567"/>
            <a:ext cx="3956000" cy="1138400"/>
          </a:xfrm>
          <a:prstGeom prst="rect">
            <a:avLst/>
          </a:prstGeom>
          <a:ln>
            <a:noFill/>
          </a:ln>
        </p:spPr>
        <p:txBody>
          <a:bodyPr spcFirstLastPara="1">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9" name="Google Shape;139;p20"/>
          <p:cNvSpPr txBox="1">
            <a:spLocks noGrp="1"/>
          </p:cNvSpPr>
          <p:nvPr>
            <p:ph type="subTitle" idx="3"/>
          </p:nvPr>
        </p:nvSpPr>
        <p:spPr>
          <a:xfrm>
            <a:off x="6684335" y="2341567"/>
            <a:ext cx="3956000" cy="1138400"/>
          </a:xfrm>
          <a:prstGeom prst="rect">
            <a:avLst/>
          </a:prstGeom>
          <a:ln>
            <a:noFill/>
          </a:ln>
        </p:spPr>
        <p:txBody>
          <a:bodyPr spcFirstLastPara="1">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0" name="Google Shape;140;p20"/>
          <p:cNvSpPr txBox="1">
            <a:spLocks noGrp="1"/>
          </p:cNvSpPr>
          <p:nvPr>
            <p:ph type="subTitle" idx="4"/>
          </p:nvPr>
        </p:nvSpPr>
        <p:spPr>
          <a:xfrm>
            <a:off x="1551633" y="4362967"/>
            <a:ext cx="3956000" cy="1138400"/>
          </a:xfrm>
          <a:prstGeom prst="rect">
            <a:avLst/>
          </a:prstGeom>
          <a:ln>
            <a:noFill/>
          </a:ln>
        </p:spPr>
        <p:txBody>
          <a:bodyPr spcFirstLastPara="1">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1" name="Google Shape;141;p20"/>
          <p:cNvSpPr txBox="1">
            <a:spLocks noGrp="1"/>
          </p:cNvSpPr>
          <p:nvPr>
            <p:ph type="subTitle" idx="5"/>
          </p:nvPr>
        </p:nvSpPr>
        <p:spPr>
          <a:xfrm>
            <a:off x="6684335" y="4362967"/>
            <a:ext cx="3956000" cy="1138400"/>
          </a:xfrm>
          <a:prstGeom prst="rect">
            <a:avLst/>
          </a:prstGeom>
          <a:ln>
            <a:noFill/>
          </a:ln>
        </p:spPr>
        <p:txBody>
          <a:bodyPr spcFirstLastPara="1">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20"/>
          <p:cNvSpPr txBox="1">
            <a:spLocks noGrp="1"/>
          </p:cNvSpPr>
          <p:nvPr>
            <p:ph type="subTitle" idx="6"/>
          </p:nvPr>
        </p:nvSpPr>
        <p:spPr>
          <a:xfrm>
            <a:off x="1551633" y="3763367"/>
            <a:ext cx="3956000" cy="701200"/>
          </a:xfrm>
          <a:prstGeom prst="rect">
            <a:avLst/>
          </a:prstGeom>
          <a:ln>
            <a:noFill/>
          </a:ln>
        </p:spPr>
        <p:txBody>
          <a:bodyPr spcFirstLastPara="1" anchor="b">
            <a:noAutofit/>
          </a:bodyPr>
          <a:lstStyle>
            <a:lvl1pPr lvl="0" rtl="0">
              <a:lnSpc>
                <a:spcPct val="100000"/>
              </a:lnSpc>
              <a:spcBef>
                <a:spcPts val="0"/>
              </a:spcBef>
              <a:spcAft>
                <a:spcPts val="0"/>
              </a:spcAft>
              <a:buClr>
                <a:schemeClr val="dk1"/>
              </a:buClr>
              <a:buSzPts val="2400"/>
              <a:buFont typeface="Bebas Neue"/>
              <a:buNone/>
              <a:defRPr sz="2933">
                <a:solidFill>
                  <a:schemeClr val="dk1"/>
                </a:solidFill>
                <a:latin typeface="Besley"/>
                <a:ea typeface="Besley"/>
                <a:cs typeface="Besley"/>
                <a:sym typeface="Besley"/>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143" name="Google Shape;143;p20"/>
          <p:cNvSpPr txBox="1">
            <a:spLocks noGrp="1"/>
          </p:cNvSpPr>
          <p:nvPr>
            <p:ph type="subTitle" idx="7"/>
          </p:nvPr>
        </p:nvSpPr>
        <p:spPr>
          <a:xfrm>
            <a:off x="6684335" y="1741967"/>
            <a:ext cx="3956000" cy="701200"/>
          </a:xfrm>
          <a:prstGeom prst="rect">
            <a:avLst/>
          </a:prstGeom>
          <a:ln>
            <a:noFill/>
          </a:ln>
        </p:spPr>
        <p:txBody>
          <a:bodyPr spcFirstLastPara="1" anchor="b">
            <a:noAutofit/>
          </a:bodyPr>
          <a:lstStyle>
            <a:lvl1pPr lvl="0" rtl="0">
              <a:lnSpc>
                <a:spcPct val="100000"/>
              </a:lnSpc>
              <a:spcBef>
                <a:spcPts val="0"/>
              </a:spcBef>
              <a:spcAft>
                <a:spcPts val="0"/>
              </a:spcAft>
              <a:buClr>
                <a:schemeClr val="dk1"/>
              </a:buClr>
              <a:buSzPts val="2400"/>
              <a:buFont typeface="Bebas Neue"/>
              <a:buNone/>
              <a:defRPr sz="2933">
                <a:solidFill>
                  <a:schemeClr val="dk1"/>
                </a:solidFill>
                <a:latin typeface="Besley"/>
                <a:ea typeface="Besley"/>
                <a:cs typeface="Besley"/>
                <a:sym typeface="Besley"/>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144" name="Google Shape;144;p20"/>
          <p:cNvSpPr txBox="1">
            <a:spLocks noGrp="1"/>
          </p:cNvSpPr>
          <p:nvPr>
            <p:ph type="subTitle" idx="8"/>
          </p:nvPr>
        </p:nvSpPr>
        <p:spPr>
          <a:xfrm>
            <a:off x="6684335" y="3763367"/>
            <a:ext cx="3956000" cy="701200"/>
          </a:xfrm>
          <a:prstGeom prst="rect">
            <a:avLst/>
          </a:prstGeom>
          <a:ln>
            <a:noFill/>
          </a:ln>
        </p:spPr>
        <p:txBody>
          <a:bodyPr spcFirstLastPara="1" anchor="b">
            <a:noAutofit/>
          </a:bodyPr>
          <a:lstStyle>
            <a:lvl1pPr lvl="0" rtl="0">
              <a:lnSpc>
                <a:spcPct val="100000"/>
              </a:lnSpc>
              <a:spcBef>
                <a:spcPts val="0"/>
              </a:spcBef>
              <a:spcAft>
                <a:spcPts val="0"/>
              </a:spcAft>
              <a:buClr>
                <a:schemeClr val="dk1"/>
              </a:buClr>
              <a:buSzPts val="2400"/>
              <a:buFont typeface="Bebas Neue"/>
              <a:buNone/>
              <a:defRPr sz="2933">
                <a:solidFill>
                  <a:schemeClr val="dk1"/>
                </a:solidFill>
                <a:latin typeface="Besley"/>
                <a:ea typeface="Besley"/>
                <a:cs typeface="Besley"/>
                <a:sym typeface="Besley"/>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1557867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70"/>
        <p:cNvGrpSpPr/>
        <p:nvPr/>
      </p:nvGrpSpPr>
      <p:grpSpPr>
        <a:xfrm>
          <a:off x="0" y="0"/>
          <a:ext cx="0" cy="0"/>
          <a:chOff x="0" y="0"/>
          <a:chExt cx="0" cy="0"/>
        </a:xfrm>
      </p:grpSpPr>
      <p:sp>
        <p:nvSpPr>
          <p:cNvPr id="2" name="Google Shape;171;p23">
            <a:extLst>
              <a:ext uri="{FF2B5EF4-FFF2-40B4-BE49-F238E27FC236}">
                <a16:creationId xmlns:a16="http://schemas.microsoft.com/office/drawing/2014/main" id="{E2B180D1-E44F-C705-4C82-9807B47E21B4}"/>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3" name="Google Shape;173;p23">
            <a:extLst>
              <a:ext uri="{FF2B5EF4-FFF2-40B4-BE49-F238E27FC236}">
                <a16:creationId xmlns:a16="http://schemas.microsoft.com/office/drawing/2014/main" id="{F5C4371B-2A05-7562-2BB4-2DFC7027A4E8}"/>
              </a:ext>
            </a:extLst>
          </p:cNvPr>
          <p:cNvGrpSpPr>
            <a:grpSpLocks/>
          </p:cNvGrpSpPr>
          <p:nvPr/>
        </p:nvGrpSpPr>
        <p:grpSpPr bwMode="auto">
          <a:xfrm>
            <a:off x="-1864784" y="713317"/>
            <a:ext cx="15927917" cy="4205816"/>
            <a:chOff x="-1398700" y="535000"/>
            <a:chExt cx="11946650" cy="3153575"/>
          </a:xfrm>
        </p:grpSpPr>
        <p:sp>
          <p:nvSpPr>
            <p:cNvPr id="4" name="Google Shape;174;p23">
              <a:extLst>
                <a:ext uri="{FF2B5EF4-FFF2-40B4-BE49-F238E27FC236}">
                  <a16:creationId xmlns:a16="http://schemas.microsoft.com/office/drawing/2014/main" id="{4E050745-5A23-98E9-C975-FE9837D962B1}"/>
                </a:ext>
              </a:extLst>
            </p:cNvPr>
            <p:cNvSpPr/>
            <p:nvPr/>
          </p:nvSpPr>
          <p:spPr>
            <a:xfrm>
              <a:off x="-1398700" y="1696760"/>
              <a:ext cx="1990845" cy="1991815"/>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 name="Google Shape;175;p23">
              <a:extLst>
                <a:ext uri="{FF2B5EF4-FFF2-40B4-BE49-F238E27FC236}">
                  <a16:creationId xmlns:a16="http://schemas.microsoft.com/office/drawing/2014/main" id="{2D5D2A5F-594E-DFDF-5C5C-097AD5A989A7}"/>
                </a:ext>
              </a:extLst>
            </p:cNvPr>
            <p:cNvSpPr/>
            <p:nvPr/>
          </p:nvSpPr>
          <p:spPr>
            <a:xfrm>
              <a:off x="8557106" y="535000"/>
              <a:ext cx="1990844" cy="1991815"/>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sp>
        <p:nvSpPr>
          <p:cNvPr id="172" name="Google Shape;172;p23"/>
          <p:cNvSpPr txBox="1">
            <a:spLocks noGrp="1"/>
          </p:cNvSpPr>
          <p:nvPr>
            <p:ph type="title"/>
          </p:nvPr>
        </p:nvSpPr>
        <p:spPr>
          <a:xfrm>
            <a:off x="960000" y="694967"/>
            <a:ext cx="10272000" cy="763600"/>
          </a:xfrm>
          <a:prstGeom prst="rect">
            <a:avLst/>
          </a:prstGeom>
        </p:spPr>
        <p:txBody>
          <a:bodyPr spcFirstLastPara="1">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1237338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84"/>
        <p:cNvGrpSpPr/>
        <p:nvPr/>
      </p:nvGrpSpPr>
      <p:grpSpPr>
        <a:xfrm>
          <a:off x="0" y="0"/>
          <a:ext cx="0" cy="0"/>
          <a:chOff x="0" y="0"/>
          <a:chExt cx="0" cy="0"/>
        </a:xfrm>
      </p:grpSpPr>
      <p:sp>
        <p:nvSpPr>
          <p:cNvPr id="2" name="Google Shape;185;p25">
            <a:extLst>
              <a:ext uri="{FF2B5EF4-FFF2-40B4-BE49-F238E27FC236}">
                <a16:creationId xmlns:a16="http://schemas.microsoft.com/office/drawing/2014/main" id="{8D77D30C-486B-6A7E-86A2-D7521FAE7192}"/>
              </a:ext>
            </a:extLst>
          </p:cNvPr>
          <p:cNvSpPr/>
          <p:nvPr/>
        </p:nvSpPr>
        <p:spPr>
          <a:xfrm>
            <a:off x="0" y="0"/>
            <a:ext cx="12192000" cy="6858000"/>
          </a:xfrm>
          <a:prstGeom prst="frame">
            <a:avLst>
              <a:gd name="adj1" fmla="val 3699"/>
            </a:avLst>
          </a:prstGeom>
          <a:solidFill>
            <a:schemeClr val="dk2"/>
          </a:solidFill>
          <a:ln>
            <a:noFill/>
          </a:ln>
        </p:spPr>
        <p:txBody>
          <a:bodyPr spcFirstLastPara="1" lIns="121900" tIns="121900" rIns="121900" bIns="121900"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3" name="Google Shape;186;p25">
            <a:extLst>
              <a:ext uri="{FF2B5EF4-FFF2-40B4-BE49-F238E27FC236}">
                <a16:creationId xmlns:a16="http://schemas.microsoft.com/office/drawing/2014/main" id="{133A2D03-39D5-3FB8-3E94-F3E97CAC94BB}"/>
              </a:ext>
            </a:extLst>
          </p:cNvPr>
          <p:cNvGrpSpPr>
            <a:grpSpLocks/>
          </p:cNvGrpSpPr>
          <p:nvPr/>
        </p:nvGrpSpPr>
        <p:grpSpPr bwMode="auto">
          <a:xfrm>
            <a:off x="-374650" y="-1282700"/>
            <a:ext cx="13680017" cy="9660467"/>
            <a:chOff x="-280450" y="-962175"/>
            <a:chExt cx="10260025" cy="7245075"/>
          </a:xfrm>
        </p:grpSpPr>
        <p:sp>
          <p:nvSpPr>
            <p:cNvPr id="4" name="Google Shape;187;p25">
              <a:extLst>
                <a:ext uri="{FF2B5EF4-FFF2-40B4-BE49-F238E27FC236}">
                  <a16:creationId xmlns:a16="http://schemas.microsoft.com/office/drawing/2014/main" id="{91A1B864-D6B9-2FEB-DA28-495D56599268}"/>
                </a:ext>
              </a:extLst>
            </p:cNvPr>
            <p:cNvSpPr/>
            <p:nvPr/>
          </p:nvSpPr>
          <p:spPr>
            <a:xfrm>
              <a:off x="-280450" y="4292251"/>
              <a:ext cx="1990728" cy="1990649"/>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sp>
          <p:nvSpPr>
            <p:cNvPr id="5" name="Google Shape;188;p25">
              <a:extLst>
                <a:ext uri="{FF2B5EF4-FFF2-40B4-BE49-F238E27FC236}">
                  <a16:creationId xmlns:a16="http://schemas.microsoft.com/office/drawing/2014/main" id="{185DE18D-C033-0BBD-C84D-338555656907}"/>
                </a:ext>
              </a:extLst>
            </p:cNvPr>
            <p:cNvSpPr/>
            <p:nvPr/>
          </p:nvSpPr>
          <p:spPr>
            <a:xfrm>
              <a:off x="7988848" y="-962175"/>
              <a:ext cx="1990727" cy="1990649"/>
            </a:xfrm>
            <a:prstGeom prst="donut">
              <a:avLst>
                <a:gd name="adj" fmla="val 12219"/>
              </a:avLst>
            </a:prstGeom>
            <a:solidFill>
              <a:schemeClr val="dk1"/>
            </a:solidFill>
            <a:ln>
              <a:noFill/>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867" kern="0">
                <a:latin typeface="Arial"/>
                <a:ea typeface="Arial"/>
                <a:cs typeface="Arial"/>
                <a:sym typeface="Arial"/>
              </a:endParaRPr>
            </a:p>
          </p:txBody>
        </p:sp>
        <p:grpSp>
          <p:nvGrpSpPr>
            <p:cNvPr id="6" name="Google Shape;189;p25">
              <a:extLst>
                <a:ext uri="{FF2B5EF4-FFF2-40B4-BE49-F238E27FC236}">
                  <a16:creationId xmlns:a16="http://schemas.microsoft.com/office/drawing/2014/main" id="{F3534974-680A-BA60-35DE-852FFDDDC112}"/>
                </a:ext>
              </a:extLst>
            </p:cNvPr>
            <p:cNvGrpSpPr>
              <a:grpSpLocks/>
            </p:cNvGrpSpPr>
            <p:nvPr/>
          </p:nvGrpSpPr>
          <p:grpSpPr bwMode="auto">
            <a:xfrm>
              <a:off x="8005100" y="3535625"/>
              <a:ext cx="423800" cy="1072875"/>
              <a:chOff x="8357050" y="2145900"/>
              <a:chExt cx="423800" cy="1072875"/>
            </a:xfrm>
          </p:grpSpPr>
          <p:sp>
            <p:nvSpPr>
              <p:cNvPr id="16" name="Google Shape;190;p25">
                <a:extLst>
                  <a:ext uri="{FF2B5EF4-FFF2-40B4-BE49-F238E27FC236}">
                    <a16:creationId xmlns:a16="http://schemas.microsoft.com/office/drawing/2014/main" id="{DAD1DA65-EEE2-098A-28E0-B14039DE8F09}"/>
                  </a:ext>
                </a:extLst>
              </p:cNvPr>
              <p:cNvSpPr>
                <a:spLocks noChangeArrowheads="1"/>
              </p:cNvSpPr>
              <p:nvPr/>
            </p:nvSpPr>
            <p:spPr bwMode="auto">
              <a:xfrm>
                <a:off x="8356673" y="2454867"/>
                <a:ext cx="144463" cy="144457"/>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7" name="Google Shape;191;p25">
                <a:extLst>
                  <a:ext uri="{FF2B5EF4-FFF2-40B4-BE49-F238E27FC236}">
                    <a16:creationId xmlns:a16="http://schemas.microsoft.com/office/drawing/2014/main" id="{569E0583-83FB-E6D3-D749-4DC206935E35}"/>
                  </a:ext>
                </a:extLst>
              </p:cNvPr>
              <p:cNvSpPr>
                <a:spLocks noChangeArrowheads="1"/>
              </p:cNvSpPr>
              <p:nvPr/>
            </p:nvSpPr>
            <p:spPr bwMode="auto">
              <a:xfrm>
                <a:off x="8356673" y="2764418"/>
                <a:ext cx="144463" cy="144456"/>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8" name="Google Shape;192;p25">
                <a:extLst>
                  <a:ext uri="{FF2B5EF4-FFF2-40B4-BE49-F238E27FC236}">
                    <a16:creationId xmlns:a16="http://schemas.microsoft.com/office/drawing/2014/main" id="{58BF9FE2-4B1C-63A0-6396-9D85B7A25067}"/>
                  </a:ext>
                </a:extLst>
              </p:cNvPr>
              <p:cNvSpPr>
                <a:spLocks noChangeArrowheads="1"/>
              </p:cNvSpPr>
              <p:nvPr/>
            </p:nvSpPr>
            <p:spPr bwMode="auto">
              <a:xfrm>
                <a:off x="8356673" y="3073969"/>
                <a:ext cx="144463" cy="144457"/>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9" name="Google Shape;193;p25">
                <a:extLst>
                  <a:ext uri="{FF2B5EF4-FFF2-40B4-BE49-F238E27FC236}">
                    <a16:creationId xmlns:a16="http://schemas.microsoft.com/office/drawing/2014/main" id="{8A54220D-D60B-70F3-1B86-C1073E16EC05}"/>
                  </a:ext>
                </a:extLst>
              </p:cNvPr>
              <p:cNvSpPr>
                <a:spLocks noChangeArrowheads="1"/>
              </p:cNvSpPr>
              <p:nvPr/>
            </p:nvSpPr>
            <p:spPr bwMode="auto">
              <a:xfrm>
                <a:off x="8636073" y="2454867"/>
                <a:ext cx="144463" cy="144457"/>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20" name="Google Shape;194;p25">
                <a:extLst>
                  <a:ext uri="{FF2B5EF4-FFF2-40B4-BE49-F238E27FC236}">
                    <a16:creationId xmlns:a16="http://schemas.microsoft.com/office/drawing/2014/main" id="{3E6F68DA-4EE2-B564-6042-09E078CF3697}"/>
                  </a:ext>
                </a:extLst>
              </p:cNvPr>
              <p:cNvSpPr>
                <a:spLocks noChangeArrowheads="1"/>
              </p:cNvSpPr>
              <p:nvPr/>
            </p:nvSpPr>
            <p:spPr bwMode="auto">
              <a:xfrm>
                <a:off x="8636073" y="2764418"/>
                <a:ext cx="144463" cy="144456"/>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21" name="Google Shape;195;p25">
                <a:extLst>
                  <a:ext uri="{FF2B5EF4-FFF2-40B4-BE49-F238E27FC236}">
                    <a16:creationId xmlns:a16="http://schemas.microsoft.com/office/drawing/2014/main" id="{36E11EBA-5F67-D33E-2E71-31A5BB8EF204}"/>
                  </a:ext>
                </a:extLst>
              </p:cNvPr>
              <p:cNvSpPr>
                <a:spLocks noChangeArrowheads="1"/>
              </p:cNvSpPr>
              <p:nvPr/>
            </p:nvSpPr>
            <p:spPr bwMode="auto">
              <a:xfrm>
                <a:off x="8636073" y="3073969"/>
                <a:ext cx="144463" cy="144457"/>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22" name="Google Shape;196;p25">
                <a:extLst>
                  <a:ext uri="{FF2B5EF4-FFF2-40B4-BE49-F238E27FC236}">
                    <a16:creationId xmlns:a16="http://schemas.microsoft.com/office/drawing/2014/main" id="{83E244B0-7B55-5ED4-CD5E-F5A34AC64DF0}"/>
                  </a:ext>
                </a:extLst>
              </p:cNvPr>
              <p:cNvSpPr>
                <a:spLocks noChangeArrowheads="1"/>
              </p:cNvSpPr>
              <p:nvPr/>
            </p:nvSpPr>
            <p:spPr bwMode="auto">
              <a:xfrm>
                <a:off x="8356673" y="2145317"/>
                <a:ext cx="144463" cy="144456"/>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23" name="Google Shape;197;p25">
                <a:extLst>
                  <a:ext uri="{FF2B5EF4-FFF2-40B4-BE49-F238E27FC236}">
                    <a16:creationId xmlns:a16="http://schemas.microsoft.com/office/drawing/2014/main" id="{3968A924-1AB3-52D2-B3ED-7E9A64CEAE01}"/>
                  </a:ext>
                </a:extLst>
              </p:cNvPr>
              <p:cNvSpPr>
                <a:spLocks noChangeArrowheads="1"/>
              </p:cNvSpPr>
              <p:nvPr/>
            </p:nvSpPr>
            <p:spPr bwMode="auto">
              <a:xfrm>
                <a:off x="8636073" y="2145317"/>
                <a:ext cx="144463" cy="144456"/>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grpSp>
        <p:grpSp>
          <p:nvGrpSpPr>
            <p:cNvPr id="7" name="Google Shape;198;p25">
              <a:extLst>
                <a:ext uri="{FF2B5EF4-FFF2-40B4-BE49-F238E27FC236}">
                  <a16:creationId xmlns:a16="http://schemas.microsoft.com/office/drawing/2014/main" id="{AFA99B4A-26EF-4C69-3F4C-36E405CA8EB1}"/>
                </a:ext>
              </a:extLst>
            </p:cNvPr>
            <p:cNvGrpSpPr>
              <a:grpSpLocks/>
            </p:cNvGrpSpPr>
            <p:nvPr/>
          </p:nvGrpSpPr>
          <p:grpSpPr bwMode="auto">
            <a:xfrm>
              <a:off x="715100" y="535000"/>
              <a:ext cx="423800" cy="1072875"/>
              <a:chOff x="8357050" y="2145900"/>
              <a:chExt cx="423800" cy="1072875"/>
            </a:xfrm>
          </p:grpSpPr>
          <p:sp>
            <p:nvSpPr>
              <p:cNvPr id="8" name="Google Shape;199;p25">
                <a:extLst>
                  <a:ext uri="{FF2B5EF4-FFF2-40B4-BE49-F238E27FC236}">
                    <a16:creationId xmlns:a16="http://schemas.microsoft.com/office/drawing/2014/main" id="{9ED05550-3CF5-CA76-6C37-8A25CE7495E2}"/>
                  </a:ext>
                </a:extLst>
              </p:cNvPr>
              <p:cNvSpPr>
                <a:spLocks noChangeArrowheads="1"/>
              </p:cNvSpPr>
              <p:nvPr/>
            </p:nvSpPr>
            <p:spPr bwMode="auto">
              <a:xfrm>
                <a:off x="8356864" y="2455231"/>
                <a:ext cx="144463" cy="144457"/>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9" name="Google Shape;200;p25">
                <a:extLst>
                  <a:ext uri="{FF2B5EF4-FFF2-40B4-BE49-F238E27FC236}">
                    <a16:creationId xmlns:a16="http://schemas.microsoft.com/office/drawing/2014/main" id="{E1A457FC-F720-18EA-CC34-B628E3EFD144}"/>
                  </a:ext>
                </a:extLst>
              </p:cNvPr>
              <p:cNvSpPr>
                <a:spLocks noChangeArrowheads="1"/>
              </p:cNvSpPr>
              <p:nvPr/>
            </p:nvSpPr>
            <p:spPr bwMode="auto">
              <a:xfrm>
                <a:off x="8356864" y="2764782"/>
                <a:ext cx="144463" cy="144456"/>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0" name="Google Shape;201;p25">
                <a:extLst>
                  <a:ext uri="{FF2B5EF4-FFF2-40B4-BE49-F238E27FC236}">
                    <a16:creationId xmlns:a16="http://schemas.microsoft.com/office/drawing/2014/main" id="{87BFBB92-BFB1-8EA4-D006-FE89C0737146}"/>
                  </a:ext>
                </a:extLst>
              </p:cNvPr>
              <p:cNvSpPr>
                <a:spLocks noChangeArrowheads="1"/>
              </p:cNvSpPr>
              <p:nvPr/>
            </p:nvSpPr>
            <p:spPr bwMode="auto">
              <a:xfrm>
                <a:off x="8356864" y="3074333"/>
                <a:ext cx="144463" cy="144457"/>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1" name="Google Shape;202;p25">
                <a:extLst>
                  <a:ext uri="{FF2B5EF4-FFF2-40B4-BE49-F238E27FC236}">
                    <a16:creationId xmlns:a16="http://schemas.microsoft.com/office/drawing/2014/main" id="{802ACAED-EF0B-61A1-3D85-AE2FA6BD58BA}"/>
                  </a:ext>
                </a:extLst>
              </p:cNvPr>
              <p:cNvSpPr>
                <a:spLocks noChangeArrowheads="1"/>
              </p:cNvSpPr>
              <p:nvPr/>
            </p:nvSpPr>
            <p:spPr bwMode="auto">
              <a:xfrm>
                <a:off x="8636264" y="2455231"/>
                <a:ext cx="144463" cy="144457"/>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2" name="Google Shape;203;p25">
                <a:extLst>
                  <a:ext uri="{FF2B5EF4-FFF2-40B4-BE49-F238E27FC236}">
                    <a16:creationId xmlns:a16="http://schemas.microsoft.com/office/drawing/2014/main" id="{F0619477-1C13-0D6C-F8EE-197284E3737F}"/>
                  </a:ext>
                </a:extLst>
              </p:cNvPr>
              <p:cNvSpPr>
                <a:spLocks noChangeArrowheads="1"/>
              </p:cNvSpPr>
              <p:nvPr/>
            </p:nvSpPr>
            <p:spPr bwMode="auto">
              <a:xfrm>
                <a:off x="8636264" y="2764782"/>
                <a:ext cx="144463" cy="144456"/>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3" name="Google Shape;204;p25">
                <a:extLst>
                  <a:ext uri="{FF2B5EF4-FFF2-40B4-BE49-F238E27FC236}">
                    <a16:creationId xmlns:a16="http://schemas.microsoft.com/office/drawing/2014/main" id="{B584753D-602B-3514-E1B9-0FBBFBF84FBC}"/>
                  </a:ext>
                </a:extLst>
              </p:cNvPr>
              <p:cNvSpPr>
                <a:spLocks noChangeArrowheads="1"/>
              </p:cNvSpPr>
              <p:nvPr/>
            </p:nvSpPr>
            <p:spPr bwMode="auto">
              <a:xfrm>
                <a:off x="8636264" y="3074333"/>
                <a:ext cx="144463" cy="144457"/>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4" name="Google Shape;205;p25">
                <a:extLst>
                  <a:ext uri="{FF2B5EF4-FFF2-40B4-BE49-F238E27FC236}">
                    <a16:creationId xmlns:a16="http://schemas.microsoft.com/office/drawing/2014/main" id="{400811FD-3407-F736-51F1-E6D853CFBF44}"/>
                  </a:ext>
                </a:extLst>
              </p:cNvPr>
              <p:cNvSpPr>
                <a:spLocks noChangeArrowheads="1"/>
              </p:cNvSpPr>
              <p:nvPr/>
            </p:nvSpPr>
            <p:spPr bwMode="auto">
              <a:xfrm>
                <a:off x="8356864" y="2145681"/>
                <a:ext cx="144463" cy="144456"/>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sp>
            <p:nvSpPr>
              <p:cNvPr id="15" name="Google Shape;206;p25">
                <a:extLst>
                  <a:ext uri="{FF2B5EF4-FFF2-40B4-BE49-F238E27FC236}">
                    <a16:creationId xmlns:a16="http://schemas.microsoft.com/office/drawing/2014/main" id="{438BAFB7-BC3B-BBEF-AC9B-574F3A03867C}"/>
                  </a:ext>
                </a:extLst>
              </p:cNvPr>
              <p:cNvSpPr>
                <a:spLocks noChangeArrowheads="1"/>
              </p:cNvSpPr>
              <p:nvPr/>
            </p:nvSpPr>
            <p:spPr bwMode="auto">
              <a:xfrm>
                <a:off x="8636264" y="2145681"/>
                <a:ext cx="144463" cy="144456"/>
              </a:xfrm>
              <a:prstGeom prst="ellipse">
                <a:avLst/>
              </a:prstGeom>
              <a:solidFill>
                <a:schemeClr val="tx1"/>
              </a:solidFill>
              <a:ln>
                <a:noFill/>
              </a:ln>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ar-SA" altLang="ar-SA" sz="1867"/>
              </a:p>
            </p:txBody>
          </p:sp>
        </p:grpSp>
      </p:grpSp>
    </p:spTree>
    <p:extLst>
      <p:ext uri="{BB962C8B-B14F-4D97-AF65-F5344CB8AC3E}">
        <p14:creationId xmlns:p14="http://schemas.microsoft.com/office/powerpoint/2010/main" val="4213597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rotWithShape="1">
          <a:gsLst>
            <a:gs pos="0">
              <a:srgbClr val="02353C"/>
            </a:gs>
            <a:gs pos="27000">
              <a:srgbClr val="2EAF7D"/>
            </a:gs>
            <a:gs pos="46001">
              <a:srgbClr val="53CD67"/>
            </a:gs>
            <a:gs pos="82001">
              <a:srgbClr val="3FD0C9"/>
            </a:gs>
            <a:gs pos="91000">
              <a:srgbClr val="55D5CF"/>
            </a:gs>
            <a:gs pos="100000">
              <a:srgbClr val="72DCD7"/>
            </a:gs>
          </a:gsLst>
          <a:lin ang="2700000" scaled="1"/>
        </a:gradFill>
        <a:effectLst/>
      </p:bgPr>
    </p:bg>
    <p:spTree>
      <p:nvGrpSpPr>
        <p:cNvPr id="1" name=""/>
        <p:cNvGrpSpPr/>
        <p:nvPr/>
      </p:nvGrpSpPr>
      <p:grpSpPr>
        <a:xfrm>
          <a:off x="0" y="0"/>
          <a:ext cx="0" cy="0"/>
          <a:chOff x="0" y="0"/>
          <a:chExt cx="0" cy="0"/>
        </a:xfrm>
      </p:grpSpPr>
      <p:sp>
        <p:nvSpPr>
          <p:cNvPr id="1026" name="Google Shape;6;p1">
            <a:extLst>
              <a:ext uri="{FF2B5EF4-FFF2-40B4-BE49-F238E27FC236}">
                <a16:creationId xmlns:a16="http://schemas.microsoft.com/office/drawing/2014/main" id="{AD88A8CD-BE76-9C1C-1ECA-2B48578C5285}"/>
              </a:ext>
            </a:extLst>
          </p:cNvPr>
          <p:cNvSpPr txBox="1">
            <a:spLocks noGrp="1"/>
          </p:cNvSpPr>
          <p:nvPr>
            <p:ph type="title"/>
          </p:nvPr>
        </p:nvSpPr>
        <p:spPr bwMode="auto">
          <a:xfrm>
            <a:off x="952500" y="694267"/>
            <a:ext cx="10287000" cy="764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am-ET" altLang="ar-SA">
              <a:sym typeface="Arial" panose="020B0604020202020204" pitchFamily="34" charset="0"/>
            </a:endParaRPr>
          </a:p>
        </p:txBody>
      </p:sp>
      <p:sp>
        <p:nvSpPr>
          <p:cNvPr id="1027" name="Google Shape;7;p1">
            <a:extLst>
              <a:ext uri="{FF2B5EF4-FFF2-40B4-BE49-F238E27FC236}">
                <a16:creationId xmlns:a16="http://schemas.microsoft.com/office/drawing/2014/main" id="{70D47236-3B33-BD44-434A-FD5CF6A776F1}"/>
              </a:ext>
            </a:extLst>
          </p:cNvPr>
          <p:cNvSpPr txBox="1">
            <a:spLocks noGrp="1"/>
          </p:cNvSpPr>
          <p:nvPr>
            <p:ph type="body" idx="1"/>
          </p:nvPr>
        </p:nvSpPr>
        <p:spPr bwMode="auto">
          <a:xfrm>
            <a:off x="952500" y="1536700"/>
            <a:ext cx="10287000" cy="455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am-ET" altLang="ar-SA">
              <a:sym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0" r:id="rId6"/>
    <p:sldLayoutId id="2147483736" r:id="rId7"/>
    <p:sldLayoutId id="2147483737" r:id="rId8"/>
    <p:sldLayoutId id="2147483738" r:id="rId9"/>
    <p:sldLayoutId id="2147483739" r:id="rId10"/>
  </p:sldLayoutIdLst>
  <p:hf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3" Type="http://schemas.openxmlformats.org/officeDocument/2006/relationships/image" Target="../media/image9.png"/><Relationship Id="rId18" Type="http://schemas.openxmlformats.org/officeDocument/2006/relationships/customXml" Target="../ink/ink10.xml"/><Relationship Id="rId26" Type="http://schemas.openxmlformats.org/officeDocument/2006/relationships/customXml" Target="../ink/ink14.xml"/><Relationship Id="rId3" Type="http://schemas.openxmlformats.org/officeDocument/2006/relationships/image" Target="../media/image7.png"/><Relationship Id="rId21" Type="http://schemas.openxmlformats.org/officeDocument/2006/relationships/image" Target="../media/image13.png"/><Relationship Id="rId34" Type="http://schemas.openxmlformats.org/officeDocument/2006/relationships/customXml" Target="../ink/ink18.xml"/><Relationship Id="rId7" Type="http://schemas.openxmlformats.org/officeDocument/2006/relationships/image" Target="../media/image8.png"/><Relationship Id="rId12" Type="http://schemas.openxmlformats.org/officeDocument/2006/relationships/customXml" Target="../ink/ink7.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2" Type="http://schemas.openxmlformats.org/officeDocument/2006/relationships/notesSlide" Target="../notesSlides/notesSlide12.xml"/><Relationship Id="rId16" Type="http://schemas.openxmlformats.org/officeDocument/2006/relationships/customXml" Target="../ink/ink9.xml"/><Relationship Id="rId20" Type="http://schemas.openxmlformats.org/officeDocument/2006/relationships/customXml" Target="../ink/ink11.xml"/><Relationship Id="rId29"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customXml" Target="../ink/ink6.xml"/><Relationship Id="rId24" Type="http://schemas.openxmlformats.org/officeDocument/2006/relationships/customXml" Target="../ink/ink13.xml"/><Relationship Id="rId32" Type="http://schemas.openxmlformats.org/officeDocument/2006/relationships/customXml" Target="../ink/ink17.xml"/><Relationship Id="rId5" Type="http://schemas.openxmlformats.org/officeDocument/2006/relationships/image" Target="../media/image70.png"/><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15.xml"/><Relationship Id="rId10" Type="http://schemas.openxmlformats.org/officeDocument/2006/relationships/customXml" Target="../ink/ink5.xml"/><Relationship Id="rId19" Type="http://schemas.openxmlformats.org/officeDocument/2006/relationships/image" Target="../media/image12.png"/><Relationship Id="rId31" Type="http://schemas.openxmlformats.org/officeDocument/2006/relationships/image" Target="../media/image18.png"/><Relationship Id="rId4" Type="http://schemas.openxmlformats.org/officeDocument/2006/relationships/customXml" Target="../ink/ink1.xml"/><Relationship Id="rId9" Type="http://schemas.openxmlformats.org/officeDocument/2006/relationships/customXml" Target="../ink/ink4.xml"/><Relationship Id="rId14" Type="http://schemas.openxmlformats.org/officeDocument/2006/relationships/customXml" Target="../ink/ink8.xml"/><Relationship Id="rId22" Type="http://schemas.openxmlformats.org/officeDocument/2006/relationships/customXml" Target="../ink/ink12.xml"/><Relationship Id="rId27" Type="http://schemas.openxmlformats.org/officeDocument/2006/relationships/image" Target="../media/image16.png"/><Relationship Id="rId30" Type="http://schemas.openxmlformats.org/officeDocument/2006/relationships/customXml" Target="../ink/ink16.xml"/><Relationship Id="rId8" Type="http://schemas.openxmlformats.org/officeDocument/2006/relationships/customXml" Target="../ink/ink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014" name="Google Shape;511;p46">
            <a:extLst>
              <a:ext uri="{FF2B5EF4-FFF2-40B4-BE49-F238E27FC236}">
                <a16:creationId xmlns:a16="http://schemas.microsoft.com/office/drawing/2014/main" id="{928928CE-CE24-ADDF-9F77-4739C59FE3E9}"/>
              </a:ext>
            </a:extLst>
          </p:cNvPr>
          <p:cNvSpPr txBox="1">
            <a:spLocks/>
          </p:cNvSpPr>
          <p:nvPr/>
        </p:nvSpPr>
        <p:spPr bwMode="auto">
          <a:xfrm>
            <a:off x="1711376" y="3055377"/>
            <a:ext cx="6661151" cy="1176867"/>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spcBef>
                <a:spcPct val="0"/>
              </a:spcBef>
              <a:spcAft>
                <a:spcPct val="0"/>
              </a:spcAft>
              <a:buClr>
                <a:srgbClr val="FFFFFF"/>
              </a:buClr>
              <a:buFont typeface="Besley" charset="0"/>
              <a:buNone/>
              <a:defRPr/>
            </a:pPr>
            <a:endParaRPr lang="ar-SA" altLang="ar-SA" sz="6600" b="1" kern="0" dirty="0">
              <a:solidFill>
                <a:schemeClr val="bg2">
                  <a:lumMod val="10000"/>
                </a:schemeClr>
              </a:solidFill>
              <a:latin typeface="Engravers MT" panose="02090707080505020304" pitchFamily="18" charset="0"/>
              <a:cs typeface="Besley" charset="0"/>
              <a:sym typeface="Besley" charset="0"/>
            </a:endParaRPr>
          </a:p>
          <a:p>
            <a:pPr algn="ctr" eaLnBrk="1" hangingPunct="1">
              <a:spcBef>
                <a:spcPct val="0"/>
              </a:spcBef>
              <a:spcAft>
                <a:spcPct val="0"/>
              </a:spcAft>
              <a:buClr>
                <a:srgbClr val="FFFFFF"/>
              </a:buClr>
              <a:buFont typeface="Besley" charset="0"/>
              <a:buNone/>
              <a:defRPr/>
            </a:pPr>
            <a:r>
              <a:rPr lang="en-US" altLang="ar-SA" sz="6600" b="1" kern="0" dirty="0">
                <a:solidFill>
                  <a:schemeClr val="bg2">
                    <a:lumMod val="10000"/>
                  </a:schemeClr>
                </a:solidFill>
                <a:latin typeface="Engravers MT" panose="02090707080505020304" pitchFamily="18" charset="0"/>
                <a:cs typeface="Besley" charset="0"/>
                <a:sym typeface="Besley" charset="0"/>
              </a:rPr>
              <a:t>DRUGS IMPRINT</a:t>
            </a:r>
            <a:endParaRPr lang="ar-SA" altLang="ar-SA" sz="6600" b="1" kern="0" dirty="0">
              <a:solidFill>
                <a:schemeClr val="bg2">
                  <a:lumMod val="10000"/>
                </a:schemeClr>
              </a:solidFill>
              <a:latin typeface="Engravers MT" panose="02090707080505020304" pitchFamily="18" charset="0"/>
              <a:cs typeface="Besley" charset="0"/>
              <a:sym typeface="Besley" charset="0"/>
            </a:endParaRPr>
          </a:p>
        </p:txBody>
      </p:sp>
      <p:grpSp>
        <p:nvGrpSpPr>
          <p:cNvPr id="16388" name="Group 17">
            <a:extLst>
              <a:ext uri="{FF2B5EF4-FFF2-40B4-BE49-F238E27FC236}">
                <a16:creationId xmlns:a16="http://schemas.microsoft.com/office/drawing/2014/main" id="{5E059795-A1BA-C9E9-92FA-BC2CDF6AFD1E}"/>
              </a:ext>
            </a:extLst>
          </p:cNvPr>
          <p:cNvGrpSpPr>
            <a:grpSpLocks/>
          </p:cNvGrpSpPr>
          <p:nvPr/>
        </p:nvGrpSpPr>
        <p:grpSpPr bwMode="auto">
          <a:xfrm>
            <a:off x="7804499" y="1992489"/>
            <a:ext cx="2042253" cy="2446395"/>
            <a:chOff x="2657413" y="326584"/>
            <a:chExt cx="1348024" cy="1784485"/>
          </a:xfrm>
          <a:noFill/>
        </p:grpSpPr>
        <p:grpSp>
          <p:nvGrpSpPr>
            <p:cNvPr id="16400" name="Group 7">
              <a:extLst>
                <a:ext uri="{FF2B5EF4-FFF2-40B4-BE49-F238E27FC236}">
                  <a16:creationId xmlns:a16="http://schemas.microsoft.com/office/drawing/2014/main" id="{E15A0C3F-4339-8756-292B-43F31C1B6E7E}"/>
                </a:ext>
              </a:extLst>
            </p:cNvPr>
            <p:cNvGrpSpPr>
              <a:grpSpLocks/>
            </p:cNvGrpSpPr>
            <p:nvPr/>
          </p:nvGrpSpPr>
          <p:grpSpPr bwMode="auto">
            <a:xfrm>
              <a:off x="2657413" y="1689237"/>
              <a:ext cx="418646" cy="421824"/>
              <a:chOff x="1457481" y="3155300"/>
              <a:chExt cx="418646" cy="421824"/>
            </a:xfrm>
            <a:grpFill/>
          </p:grpSpPr>
          <p:cxnSp>
            <p:nvCxnSpPr>
              <p:cNvPr id="3" name="Straight Connector 2">
                <a:extLst>
                  <a:ext uri="{FF2B5EF4-FFF2-40B4-BE49-F238E27FC236}">
                    <a16:creationId xmlns:a16="http://schemas.microsoft.com/office/drawing/2014/main" id="{62A47E6F-4579-4035-6AC2-692078B52B76}"/>
                  </a:ext>
                </a:extLst>
              </p:cNvPr>
              <p:cNvCxnSpPr>
                <a:cxnSpLocks/>
              </p:cNvCxnSpPr>
              <p:nvPr/>
            </p:nvCxnSpPr>
            <p:spPr>
              <a:xfrm>
                <a:off x="1457481" y="3155300"/>
                <a:ext cx="3" cy="421821"/>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724B70D-3316-6CA4-536E-41AB1B250796}"/>
                  </a:ext>
                </a:extLst>
              </p:cNvPr>
              <p:cNvCxnSpPr>
                <a:cxnSpLocks/>
              </p:cNvCxnSpPr>
              <p:nvPr/>
            </p:nvCxnSpPr>
            <p:spPr>
              <a:xfrm>
                <a:off x="1457487" y="3577123"/>
                <a:ext cx="418640" cy="1"/>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16401" name="Group 8">
              <a:extLst>
                <a:ext uri="{FF2B5EF4-FFF2-40B4-BE49-F238E27FC236}">
                  <a16:creationId xmlns:a16="http://schemas.microsoft.com/office/drawing/2014/main" id="{1283F892-6E0D-8052-3901-1A7C10702E2D}"/>
                </a:ext>
              </a:extLst>
            </p:cNvPr>
            <p:cNvGrpSpPr>
              <a:grpSpLocks/>
            </p:cNvGrpSpPr>
            <p:nvPr/>
          </p:nvGrpSpPr>
          <p:grpSpPr bwMode="auto">
            <a:xfrm rot="10800000">
              <a:off x="3615386" y="326584"/>
              <a:ext cx="390051" cy="423419"/>
              <a:chOff x="7639563" y="4222490"/>
              <a:chExt cx="390051" cy="423419"/>
            </a:xfrm>
            <a:grpFill/>
          </p:grpSpPr>
          <p:cxnSp>
            <p:nvCxnSpPr>
              <p:cNvPr id="10" name="Straight Connector 9">
                <a:extLst>
                  <a:ext uri="{FF2B5EF4-FFF2-40B4-BE49-F238E27FC236}">
                    <a16:creationId xmlns:a16="http://schemas.microsoft.com/office/drawing/2014/main" id="{F94B8395-7768-78ED-3EAF-1848E79B9106}"/>
                  </a:ext>
                </a:extLst>
              </p:cNvPr>
              <p:cNvCxnSpPr>
                <a:cxnSpLocks/>
              </p:cNvCxnSpPr>
              <p:nvPr/>
            </p:nvCxnSpPr>
            <p:spPr>
              <a:xfrm rot="10800000" flipV="1">
                <a:off x="7639563" y="4222490"/>
                <a:ext cx="0" cy="423419"/>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AF55AEB-B877-19AA-80F2-DF75E8B82697}"/>
                  </a:ext>
                </a:extLst>
              </p:cNvPr>
              <p:cNvCxnSpPr>
                <a:cxnSpLocks/>
              </p:cNvCxnSpPr>
              <p:nvPr/>
            </p:nvCxnSpPr>
            <p:spPr>
              <a:xfrm rot="10800000" flipH="1">
                <a:off x="7639565" y="4644323"/>
                <a:ext cx="390049" cy="0"/>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16402" name="Group 11">
              <a:extLst>
                <a:ext uri="{FF2B5EF4-FFF2-40B4-BE49-F238E27FC236}">
                  <a16:creationId xmlns:a16="http://schemas.microsoft.com/office/drawing/2014/main" id="{7689E198-F312-61C2-6EB0-0E1874E6F419}"/>
                </a:ext>
              </a:extLst>
            </p:cNvPr>
            <p:cNvGrpSpPr>
              <a:grpSpLocks/>
            </p:cNvGrpSpPr>
            <p:nvPr/>
          </p:nvGrpSpPr>
          <p:grpSpPr bwMode="auto">
            <a:xfrm rot="-5400000">
              <a:off x="3598747" y="1705886"/>
              <a:ext cx="421830" cy="388535"/>
              <a:chOff x="4765949" y="327166"/>
              <a:chExt cx="421830" cy="388535"/>
            </a:xfrm>
            <a:grpFill/>
          </p:grpSpPr>
          <p:cxnSp>
            <p:nvCxnSpPr>
              <p:cNvPr id="13" name="Straight Connector 12">
                <a:extLst>
                  <a:ext uri="{FF2B5EF4-FFF2-40B4-BE49-F238E27FC236}">
                    <a16:creationId xmlns:a16="http://schemas.microsoft.com/office/drawing/2014/main" id="{AFA04ECA-6322-7F6C-35D0-7D4659F64848}"/>
                  </a:ext>
                </a:extLst>
              </p:cNvPr>
              <p:cNvCxnSpPr>
                <a:cxnSpLocks/>
              </p:cNvCxnSpPr>
              <p:nvPr/>
            </p:nvCxnSpPr>
            <p:spPr>
              <a:xfrm rot="5400000">
                <a:off x="4571685" y="521434"/>
                <a:ext cx="388535" cy="0"/>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332F75-BA01-B67B-C2BA-232A66D89DCD}"/>
                  </a:ext>
                </a:extLst>
              </p:cNvPr>
              <p:cNvCxnSpPr>
                <a:cxnSpLocks/>
              </p:cNvCxnSpPr>
              <p:nvPr/>
            </p:nvCxnSpPr>
            <p:spPr>
              <a:xfrm rot="5400000" flipV="1">
                <a:off x="4976863" y="504780"/>
                <a:ext cx="2" cy="421830"/>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16403" name="Group 14">
              <a:extLst>
                <a:ext uri="{FF2B5EF4-FFF2-40B4-BE49-F238E27FC236}">
                  <a16:creationId xmlns:a16="http://schemas.microsoft.com/office/drawing/2014/main" id="{D9BA35BC-62D5-FB9B-77AB-D4323FBA7287}"/>
                </a:ext>
              </a:extLst>
            </p:cNvPr>
            <p:cNvGrpSpPr>
              <a:grpSpLocks/>
            </p:cNvGrpSpPr>
            <p:nvPr/>
          </p:nvGrpSpPr>
          <p:grpSpPr bwMode="auto">
            <a:xfrm rot="5400000">
              <a:off x="2616323" y="378290"/>
              <a:ext cx="423416" cy="341198"/>
              <a:chOff x="3703203" y="6561093"/>
              <a:chExt cx="423416" cy="341198"/>
            </a:xfrm>
            <a:grpFill/>
          </p:grpSpPr>
          <p:cxnSp>
            <p:nvCxnSpPr>
              <p:cNvPr id="16" name="Straight Connector 15">
                <a:extLst>
                  <a:ext uri="{FF2B5EF4-FFF2-40B4-BE49-F238E27FC236}">
                    <a16:creationId xmlns:a16="http://schemas.microsoft.com/office/drawing/2014/main" id="{CEA32656-AAAE-C697-97D6-1E1E751B2695}"/>
                  </a:ext>
                </a:extLst>
              </p:cNvPr>
              <p:cNvCxnSpPr>
                <a:cxnSpLocks/>
              </p:cNvCxnSpPr>
              <p:nvPr/>
            </p:nvCxnSpPr>
            <p:spPr>
              <a:xfrm rot="16200000" flipH="1">
                <a:off x="3532608" y="6731692"/>
                <a:ext cx="341197" cy="0"/>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89AEE3-14CB-A552-C178-A36202E5AD0F}"/>
                  </a:ext>
                </a:extLst>
              </p:cNvPr>
              <p:cNvCxnSpPr>
                <a:cxnSpLocks/>
              </p:cNvCxnSpPr>
              <p:nvPr/>
            </p:nvCxnSpPr>
            <p:spPr>
              <a:xfrm rot="16200000" flipH="1">
                <a:off x="3914116" y="6689788"/>
                <a:ext cx="1590" cy="423416"/>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pic>
        <p:nvPicPr>
          <p:cNvPr id="13316" name="Picture 17017" descr="A face id with a pill&#10;&#10;Description automatically generated">
            <a:extLst>
              <a:ext uri="{FF2B5EF4-FFF2-40B4-BE49-F238E27FC236}">
                <a16:creationId xmlns:a16="http://schemas.microsoft.com/office/drawing/2014/main" id="{E504E4A4-67E5-8D66-3FB8-4C220C4E861D}"/>
              </a:ext>
            </a:extLst>
          </p:cNvPr>
          <p:cNvPicPr>
            <a:picLocks noChangeAspect="1" noChangeArrowheads="1"/>
          </p:cNvPicPr>
          <p:nvPr/>
        </p:nvPicPr>
        <p:blipFill>
          <a:blip r:embed="rId3">
            <a:biLevel thresh="75000"/>
            <a:extLst>
              <a:ext uri="{28A0092B-C50C-407E-A947-70E740481C1C}">
                <a14:useLocalDpi xmlns:a14="http://schemas.microsoft.com/office/drawing/2010/main" val="0"/>
              </a:ext>
            </a:extLst>
          </a:blip>
          <a:srcRect/>
          <a:stretch>
            <a:fillRect/>
          </a:stretch>
        </p:blipFill>
        <p:spPr bwMode="auto">
          <a:xfrm>
            <a:off x="7556457" y="1992489"/>
            <a:ext cx="2624667" cy="319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7033" name="Google Shape;304;p33">
            <a:extLst>
              <a:ext uri="{FF2B5EF4-FFF2-40B4-BE49-F238E27FC236}">
                <a16:creationId xmlns:a16="http://schemas.microsoft.com/office/drawing/2014/main" id="{E517A3ED-20CE-465D-AE43-3E7DD60B1A8A}"/>
              </a:ext>
            </a:extLst>
          </p:cNvPr>
          <p:cNvSpPr/>
          <p:nvPr/>
        </p:nvSpPr>
        <p:spPr>
          <a:xfrm>
            <a:off x="514351" y="-1426633"/>
            <a:ext cx="2656416" cy="2654300"/>
          </a:xfrm>
          <a:prstGeom prst="donut">
            <a:avLst>
              <a:gd name="adj" fmla="val 12219"/>
            </a:avLst>
          </a:prstGeom>
          <a:solidFill>
            <a:schemeClr val="tx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17034" name="Google Shape;304;p33">
            <a:extLst>
              <a:ext uri="{FF2B5EF4-FFF2-40B4-BE49-F238E27FC236}">
                <a16:creationId xmlns:a16="http://schemas.microsoft.com/office/drawing/2014/main" id="{D9BE0E48-6328-5B5A-A2E1-79C96B9AB7B6}"/>
              </a:ext>
            </a:extLst>
          </p:cNvPr>
          <p:cNvSpPr/>
          <p:nvPr/>
        </p:nvSpPr>
        <p:spPr>
          <a:xfrm>
            <a:off x="4593167" y="5530851"/>
            <a:ext cx="2654300" cy="2654300"/>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Tree>
    <p:extLst>
      <p:ext uri="{BB962C8B-B14F-4D97-AF65-F5344CB8AC3E}">
        <p14:creationId xmlns:p14="http://schemas.microsoft.com/office/powerpoint/2010/main" val="2831639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Google Shape;511;p46">
            <a:extLst>
              <a:ext uri="{FF2B5EF4-FFF2-40B4-BE49-F238E27FC236}">
                <a16:creationId xmlns:a16="http://schemas.microsoft.com/office/drawing/2014/main" id="{2DCBF6E8-C710-8CE3-AD0C-0BC5EB14D0E6}"/>
              </a:ext>
            </a:extLst>
          </p:cNvPr>
          <p:cNvSpPr txBox="1">
            <a:spLocks noGrp="1"/>
          </p:cNvSpPr>
          <p:nvPr>
            <p:ph type="title"/>
          </p:nvPr>
        </p:nvSpPr>
        <p:spPr>
          <a:xfrm>
            <a:off x="2067985" y="1009651"/>
            <a:ext cx="6301316" cy="762000"/>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Clr>
                <a:srgbClr val="FFFFFF"/>
              </a:buClr>
              <a:buFont typeface="Besley" charset="0"/>
              <a:buNone/>
              <a:defRPr/>
            </a:pPr>
            <a:r>
              <a:rPr lang="ar-SA" altLang="ar-SA" sz="5333" b="1" dirty="0">
                <a:solidFill>
                  <a:schemeClr val="bg2">
                    <a:lumMod val="10000"/>
                  </a:schemeClr>
                </a:solidFill>
                <a:latin typeface="Aptos Display" panose="020B0004020202020204" pitchFamily="34" charset="0"/>
                <a:cs typeface="Besley" charset="0"/>
                <a:sym typeface="Besley" charset="0"/>
              </a:rPr>
              <a:t>Team </a:t>
            </a:r>
            <a:r>
              <a:rPr lang="en-US" altLang="ar-SA" sz="5333" b="1" dirty="0">
                <a:solidFill>
                  <a:schemeClr val="bg2">
                    <a:lumMod val="10000"/>
                  </a:schemeClr>
                </a:solidFill>
                <a:latin typeface="Aptos Display" panose="020B0004020202020204" pitchFamily="34" charset="0"/>
                <a:cs typeface="Besley" charset="0"/>
                <a:sym typeface="Besley" charset="0"/>
              </a:rPr>
              <a:t>M</a:t>
            </a:r>
            <a:r>
              <a:rPr lang="ar-SA" altLang="ar-SA" sz="5333" b="1" dirty="0">
                <a:solidFill>
                  <a:schemeClr val="bg2">
                    <a:lumMod val="10000"/>
                  </a:schemeClr>
                </a:solidFill>
                <a:latin typeface="Aptos Display" panose="020B0004020202020204" pitchFamily="34" charset="0"/>
                <a:cs typeface="Besley" charset="0"/>
                <a:sym typeface="Besley" charset="0"/>
              </a:rPr>
              <a:t>embers</a:t>
            </a:r>
          </a:p>
        </p:txBody>
      </p:sp>
      <p:sp>
        <p:nvSpPr>
          <p:cNvPr id="15363" name="Google Shape;512;p46">
            <a:extLst>
              <a:ext uri="{FF2B5EF4-FFF2-40B4-BE49-F238E27FC236}">
                <a16:creationId xmlns:a16="http://schemas.microsoft.com/office/drawing/2014/main" id="{AB0545D6-D77F-8C07-0EE3-7DDA552ED8FC}"/>
              </a:ext>
            </a:extLst>
          </p:cNvPr>
          <p:cNvSpPr txBox="1">
            <a:spLocks noGrp="1"/>
          </p:cNvSpPr>
          <p:nvPr>
            <p:ph type="subTitle" idx="4294967295"/>
          </p:nvPr>
        </p:nvSpPr>
        <p:spPr>
          <a:xfrm>
            <a:off x="2067985" y="1996018"/>
            <a:ext cx="6970183" cy="2112433"/>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marL="201079" eaLnBrk="1" hangingPunct="1">
              <a:buClr>
                <a:srgbClr val="FFFFFF"/>
              </a:buClr>
              <a:buSzPts val="1200"/>
              <a:buFont typeface="Tajawal" panose="020B0604020202020204" charset="-78"/>
              <a:buNone/>
            </a:pPr>
            <a:r>
              <a:rPr lang="en-US" altLang="ar-SA" sz="3200">
                <a:solidFill>
                  <a:srgbClr val="161616"/>
                </a:solidFill>
                <a:latin typeface="Aptos Display" panose="020B0004020202020204" pitchFamily="34" charset="0"/>
                <a:ea typeface="Calibri" panose="020F0502020204030204" pitchFamily="34" charset="0"/>
                <a:cs typeface="Tajawal" panose="020B0604020202020204" charset="-78"/>
                <a:sym typeface="Tajawal" panose="020B0604020202020204" charset="-78"/>
              </a:rPr>
              <a:t>Ruba Alharbi  - Sara Aljuhani</a:t>
            </a:r>
          </a:p>
          <a:p>
            <a:pPr marL="201079" eaLnBrk="1" hangingPunct="1">
              <a:buClr>
                <a:srgbClr val="FFFFFF"/>
              </a:buClr>
              <a:buSzPts val="1200"/>
              <a:buFont typeface="Tajawal" panose="020B0604020202020204" charset="-78"/>
              <a:buNone/>
            </a:pPr>
            <a:r>
              <a:rPr lang="en-US" altLang="ar-SA" sz="3200">
                <a:solidFill>
                  <a:srgbClr val="161616"/>
                </a:solidFill>
                <a:latin typeface="Aptos Display" panose="020B0004020202020204" pitchFamily="34" charset="0"/>
                <a:ea typeface="Calibri" panose="020F0502020204030204" pitchFamily="34" charset="0"/>
                <a:cs typeface="Tajawal" panose="020B0604020202020204" charset="-78"/>
                <a:sym typeface="Tajawal" panose="020B0604020202020204" charset="-78"/>
              </a:rPr>
              <a:t>Areej Alsahli  -  Raud Asehli</a:t>
            </a:r>
          </a:p>
          <a:p>
            <a:pPr marL="201079" eaLnBrk="1" hangingPunct="1">
              <a:buClr>
                <a:srgbClr val="FFFFFF"/>
              </a:buClr>
              <a:buSzPts val="1200"/>
              <a:buFont typeface="Tajawal" panose="020B0604020202020204" charset="-78"/>
              <a:buNone/>
            </a:pPr>
            <a:r>
              <a:rPr lang="en-US" altLang="ar-SA" sz="3200">
                <a:solidFill>
                  <a:srgbClr val="161616"/>
                </a:solidFill>
                <a:latin typeface="Aptos Display" panose="020B0004020202020204" pitchFamily="34" charset="0"/>
                <a:ea typeface="Calibri" panose="020F0502020204030204" pitchFamily="34" charset="0"/>
                <a:cs typeface="Tajawal" panose="020B0604020202020204" charset="-78"/>
                <a:sym typeface="Tajawal" panose="020B0604020202020204" charset="-78"/>
              </a:rPr>
              <a:t>Nada Alharbi            </a:t>
            </a:r>
          </a:p>
          <a:p>
            <a:pPr marL="201079" eaLnBrk="1" hangingPunct="1">
              <a:buClr>
                <a:srgbClr val="FFFFFF"/>
              </a:buClr>
              <a:buSzPts val="1200"/>
              <a:buFont typeface="Tajawal" panose="020B0604020202020204" charset="-78"/>
              <a:buNone/>
            </a:pPr>
            <a:r>
              <a:rPr lang="en-US" altLang="ar-SA" sz="3200">
                <a:solidFill>
                  <a:srgbClr val="161616"/>
                </a:solidFill>
                <a:latin typeface="Aptos Display" panose="020B0004020202020204" pitchFamily="34" charset="0"/>
                <a:ea typeface="Calibri" panose="020F0502020204030204" pitchFamily="34" charset="0"/>
                <a:cs typeface="Tajawal" panose="020B0604020202020204" charset="-78"/>
                <a:sym typeface="Tajawal" panose="020B0604020202020204" charset="-78"/>
              </a:rPr>
              <a:t>	</a:t>
            </a:r>
          </a:p>
          <a:p>
            <a:pPr marL="201079" eaLnBrk="1" hangingPunct="1">
              <a:buClr>
                <a:srgbClr val="FFFFFF"/>
              </a:buClr>
              <a:buSzPts val="1200"/>
              <a:buFont typeface="Tajawal" panose="020B0604020202020204" charset="-78"/>
              <a:buChar char="●"/>
            </a:pPr>
            <a:endParaRPr lang="ar-SA" altLang="ar-SA" sz="3200">
              <a:solidFill>
                <a:srgbClr val="161616"/>
              </a:solidFill>
              <a:latin typeface="Aptos Display" panose="020B0004020202020204" pitchFamily="34" charset="0"/>
              <a:ea typeface="Calibri" panose="020F0502020204030204" pitchFamily="34" charset="0"/>
              <a:cs typeface="Tajawal" panose="020B0604020202020204" charset="-78"/>
              <a:sym typeface="Tajawal" panose="020B0604020202020204" charset="-78"/>
            </a:endParaRPr>
          </a:p>
        </p:txBody>
      </p:sp>
      <p:sp>
        <p:nvSpPr>
          <p:cNvPr id="18440" name="Google Shape;511;p46">
            <a:extLst>
              <a:ext uri="{FF2B5EF4-FFF2-40B4-BE49-F238E27FC236}">
                <a16:creationId xmlns:a16="http://schemas.microsoft.com/office/drawing/2014/main" id="{71C3D475-0462-821C-5BE1-9176FE42303B}"/>
              </a:ext>
            </a:extLst>
          </p:cNvPr>
          <p:cNvSpPr txBox="1">
            <a:spLocks/>
          </p:cNvSpPr>
          <p:nvPr/>
        </p:nvSpPr>
        <p:spPr bwMode="auto">
          <a:xfrm>
            <a:off x="4347633" y="4305300"/>
            <a:ext cx="10272184" cy="764117"/>
          </a:xfrm>
          <a:prstGeom prst="rect">
            <a:avLst/>
          </a:prstGeom>
          <a:noFill/>
          <a:ln>
            <a:noFill/>
          </a:ln>
        </p:spPr>
        <p:txBody>
          <a:bodyPr lIns="121900" tIns="121900" rIns="121900" bIns="121900"/>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buClr>
                <a:srgbClr val="FFFFFF"/>
              </a:buClr>
              <a:buSzPts val="3000"/>
              <a:buFont typeface="Besley" charset="0"/>
              <a:buNone/>
              <a:defRPr/>
            </a:pPr>
            <a:r>
              <a:rPr lang="en-US" altLang="ar-SA" sz="5333" b="1" dirty="0">
                <a:solidFill>
                  <a:schemeClr val="bg2">
                    <a:lumMod val="10000"/>
                  </a:schemeClr>
                </a:solidFill>
                <a:latin typeface="Aptos Display" panose="020B0004020202020204" pitchFamily="34" charset="0"/>
                <a:cs typeface="Besley" charset="0"/>
                <a:sym typeface="Besley" charset="0"/>
              </a:rPr>
              <a:t>Supervised By </a:t>
            </a:r>
          </a:p>
        </p:txBody>
      </p:sp>
      <p:sp>
        <p:nvSpPr>
          <p:cNvPr id="18441" name="TextBox 11">
            <a:extLst>
              <a:ext uri="{FF2B5EF4-FFF2-40B4-BE49-F238E27FC236}">
                <a16:creationId xmlns:a16="http://schemas.microsoft.com/office/drawing/2014/main" id="{E5FA3A71-338D-FAC7-A872-FE023A0252B6}"/>
              </a:ext>
            </a:extLst>
          </p:cNvPr>
          <p:cNvSpPr txBox="1">
            <a:spLocks noChangeArrowheads="1"/>
          </p:cNvSpPr>
          <p:nvPr/>
        </p:nvSpPr>
        <p:spPr bwMode="auto">
          <a:xfrm>
            <a:off x="4485217" y="5268385"/>
            <a:ext cx="6688667" cy="1679306"/>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defRPr/>
            </a:pPr>
            <a:r>
              <a:rPr lang="en-US" altLang="ar-SA" sz="2667" dirty="0">
                <a:solidFill>
                  <a:schemeClr val="bg2">
                    <a:lumMod val="10000"/>
                  </a:schemeClr>
                </a:solidFill>
                <a:latin typeface="Aptos Display" panose="020B0004020202020204" pitchFamily="34" charset="0"/>
                <a:cs typeface="Tajawal" charset="0"/>
              </a:rPr>
              <a:t>Dr. Ayman Noor</a:t>
            </a:r>
            <a:br>
              <a:rPr lang="en-US" altLang="ar-SA" sz="2667" dirty="0">
                <a:solidFill>
                  <a:schemeClr val="bg2">
                    <a:lumMod val="10000"/>
                  </a:schemeClr>
                </a:solidFill>
                <a:latin typeface="Aptos Display" panose="020B0004020202020204" pitchFamily="34" charset="0"/>
                <a:cs typeface="Tajawal" charset="0"/>
              </a:rPr>
            </a:br>
            <a:r>
              <a:rPr lang="en-US" altLang="ar-SA" sz="2667" dirty="0">
                <a:solidFill>
                  <a:schemeClr val="bg2">
                    <a:lumMod val="10000"/>
                  </a:schemeClr>
                </a:solidFill>
                <a:latin typeface="Aptos Display" panose="020B0004020202020204" pitchFamily="34" charset="0"/>
                <a:cs typeface="Tajawal" charset="0"/>
              </a:rPr>
              <a:t>Collaboration with </a:t>
            </a:r>
            <a:r>
              <a:rPr lang="en-US" altLang="ar-SA" sz="2667" dirty="0" err="1">
                <a:solidFill>
                  <a:schemeClr val="bg2">
                    <a:lumMod val="10000"/>
                  </a:schemeClr>
                </a:solidFill>
                <a:latin typeface="Aptos Display" panose="020B0004020202020204" pitchFamily="34" charset="0"/>
                <a:cs typeface="Tajawal" charset="0"/>
              </a:rPr>
              <a:t>Dr.Tawfeeq</a:t>
            </a:r>
            <a:r>
              <a:rPr lang="en-US" altLang="ar-SA" sz="2667" dirty="0">
                <a:solidFill>
                  <a:schemeClr val="bg2">
                    <a:lumMod val="10000"/>
                  </a:schemeClr>
                </a:solidFill>
                <a:latin typeface="Aptos Display" panose="020B0004020202020204" pitchFamily="34" charset="0"/>
                <a:cs typeface="Tajawal" charset="0"/>
              </a:rPr>
              <a:t> </a:t>
            </a:r>
            <a:r>
              <a:rPr lang="en-US" altLang="ar-SA" sz="2667" dirty="0" err="1">
                <a:solidFill>
                  <a:schemeClr val="bg2">
                    <a:lumMod val="10000"/>
                  </a:schemeClr>
                </a:solidFill>
                <a:latin typeface="Aptos Display" panose="020B0004020202020204" pitchFamily="34" charset="0"/>
                <a:cs typeface="Tajawal" charset="0"/>
              </a:rPr>
              <a:t>Alsanoosy</a:t>
            </a:r>
            <a:br>
              <a:rPr lang="en-US" altLang="ar-SA" sz="1200" dirty="0">
                <a:solidFill>
                  <a:schemeClr val="bg2">
                    <a:lumMod val="10000"/>
                  </a:schemeClr>
                </a:solidFill>
                <a:latin typeface="Aptos Display" panose="020B0004020202020204" pitchFamily="34" charset="0"/>
              </a:rPr>
            </a:br>
            <a:br>
              <a:rPr lang="en-US" altLang="ar-SA" sz="2489" dirty="0">
                <a:solidFill>
                  <a:schemeClr val="bg2">
                    <a:lumMod val="10000"/>
                  </a:schemeClr>
                </a:solidFill>
                <a:latin typeface="Aptos Display" panose="020B0004020202020204" pitchFamily="34" charset="0"/>
              </a:rPr>
            </a:br>
            <a:endParaRPr lang="en-US" altLang="ar-SA" sz="2489" dirty="0">
              <a:solidFill>
                <a:schemeClr val="bg2">
                  <a:lumMod val="10000"/>
                </a:schemeClr>
              </a:solidFill>
              <a:latin typeface="Aptos Display" panose="020B0004020202020204" pitchFamily="34" charset="0"/>
            </a:endParaRPr>
          </a:p>
        </p:txBody>
      </p:sp>
      <p:sp>
        <p:nvSpPr>
          <p:cNvPr id="5" name="Google Shape;304;p33">
            <a:extLst>
              <a:ext uri="{FF2B5EF4-FFF2-40B4-BE49-F238E27FC236}">
                <a16:creationId xmlns:a16="http://schemas.microsoft.com/office/drawing/2014/main" id="{6158E738-530A-5763-F808-3E958430D2D5}"/>
              </a:ext>
            </a:extLst>
          </p:cNvPr>
          <p:cNvSpPr/>
          <p:nvPr/>
        </p:nvSpPr>
        <p:spPr>
          <a:xfrm>
            <a:off x="10382251" y="-1121833"/>
            <a:ext cx="2654300"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6" name="Google Shape;304;p33">
            <a:extLst>
              <a:ext uri="{FF2B5EF4-FFF2-40B4-BE49-F238E27FC236}">
                <a16:creationId xmlns:a16="http://schemas.microsoft.com/office/drawing/2014/main" id="{592626ED-185A-869D-FA23-62F0902ABD44}"/>
              </a:ext>
            </a:extLst>
          </p:cNvPr>
          <p:cNvSpPr/>
          <p:nvPr/>
        </p:nvSpPr>
        <p:spPr>
          <a:xfrm>
            <a:off x="1018118" y="5530851"/>
            <a:ext cx="2654300" cy="2654300"/>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Tree>
    <p:extLst>
      <p:ext uri="{BB962C8B-B14F-4D97-AF65-F5344CB8AC3E}">
        <p14:creationId xmlns:p14="http://schemas.microsoft.com/office/powerpoint/2010/main" val="98526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D5AB4FA2-2C0F-A947-3F5D-16D4B7C1CCC7}"/>
              </a:ext>
            </a:extLst>
          </p:cNvPr>
          <p:cNvSpPr/>
          <p:nvPr/>
        </p:nvSpPr>
        <p:spPr>
          <a:xfrm>
            <a:off x="7891815" y="2832992"/>
            <a:ext cx="1372289" cy="1370944"/>
          </a:xfrm>
          <a:prstGeom prst="ellipse">
            <a:avLst/>
          </a:prstGeom>
          <a:solidFill>
            <a:srgbClr val="73738B">
              <a:alpha val="30196"/>
            </a:srgbClr>
          </a:solidFill>
          <a:ln w="5715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82" name="Title 286">
            <a:extLst>
              <a:ext uri="{FF2B5EF4-FFF2-40B4-BE49-F238E27FC236}">
                <a16:creationId xmlns:a16="http://schemas.microsoft.com/office/drawing/2014/main" id="{6F7C430B-1C03-7775-7970-8D3AD312C4C5}"/>
              </a:ext>
            </a:extLst>
          </p:cNvPr>
          <p:cNvSpPr txBox="1">
            <a:spLocks noGrp="1"/>
          </p:cNvSpPr>
          <p:nvPr>
            <p:ph type="title"/>
          </p:nvPr>
        </p:nvSpPr>
        <p:spPr>
          <a:xfrm>
            <a:off x="3689432" y="939801"/>
            <a:ext cx="9903884" cy="990600"/>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Clr>
                <a:srgbClr val="FFFFFF"/>
              </a:buClr>
              <a:buFont typeface="Besley" charset="0"/>
              <a:buNone/>
              <a:defRPr/>
            </a:pPr>
            <a:r>
              <a:rPr lang="en-US" altLang="ar-SA" sz="6000" dirty="0">
                <a:solidFill>
                  <a:schemeClr val="bg2">
                    <a:lumMod val="10000"/>
                  </a:schemeClr>
                </a:solidFill>
                <a:latin typeface="Aptos Display" panose="020B0004020202020204" pitchFamily="34" charset="0"/>
                <a:cs typeface="Besley" charset="0"/>
                <a:sym typeface="Besley" charset="0"/>
              </a:rPr>
              <a:t>Drug Abuse </a:t>
            </a:r>
            <a:br>
              <a:rPr lang="en-US" altLang="ar-SA" sz="6000" dirty="0">
                <a:solidFill>
                  <a:schemeClr val="bg2">
                    <a:lumMod val="10000"/>
                  </a:schemeClr>
                </a:solidFill>
                <a:latin typeface="Aptos Display" panose="020B0004020202020204" pitchFamily="34" charset="0"/>
                <a:cs typeface="Besley" charset="0"/>
                <a:sym typeface="Besley" charset="0"/>
              </a:rPr>
            </a:br>
            <a:endParaRPr lang="en-US" altLang="ar-SA" sz="6000" dirty="0">
              <a:solidFill>
                <a:schemeClr val="bg2">
                  <a:lumMod val="10000"/>
                </a:schemeClr>
              </a:solidFill>
              <a:latin typeface="Aptos Display" panose="020B0004020202020204" pitchFamily="34" charset="0"/>
              <a:cs typeface="Besley" charset="0"/>
              <a:sym typeface="Besley" charset="0"/>
            </a:endParaRPr>
          </a:p>
        </p:txBody>
      </p:sp>
      <p:sp>
        <p:nvSpPr>
          <p:cNvPr id="20483" name="TextBox 287">
            <a:extLst>
              <a:ext uri="{FF2B5EF4-FFF2-40B4-BE49-F238E27FC236}">
                <a16:creationId xmlns:a16="http://schemas.microsoft.com/office/drawing/2014/main" id="{B45C6815-5964-A1D7-CD67-A3A3482A1E2F}"/>
              </a:ext>
            </a:extLst>
          </p:cNvPr>
          <p:cNvSpPr txBox="1">
            <a:spLocks noChangeArrowheads="1"/>
          </p:cNvSpPr>
          <p:nvPr/>
        </p:nvSpPr>
        <p:spPr bwMode="auto">
          <a:xfrm>
            <a:off x="3100136" y="1714435"/>
            <a:ext cx="8026153" cy="502766"/>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defRPr/>
            </a:pPr>
            <a:r>
              <a:rPr lang="en-US" altLang="ar-SA" sz="2667" dirty="0">
                <a:solidFill>
                  <a:schemeClr val="bg2">
                    <a:lumMod val="10000"/>
                  </a:schemeClr>
                </a:solidFill>
                <a:latin typeface="Aptos Display" panose="020B0004020202020204" pitchFamily="34" charset="0"/>
              </a:rPr>
              <a:t>Is  Addicted to illegally drugs such as:</a:t>
            </a:r>
          </a:p>
        </p:txBody>
      </p:sp>
      <p:sp>
        <p:nvSpPr>
          <p:cNvPr id="20497" name="Google Shape;304;p33">
            <a:extLst>
              <a:ext uri="{FF2B5EF4-FFF2-40B4-BE49-F238E27FC236}">
                <a16:creationId xmlns:a16="http://schemas.microsoft.com/office/drawing/2014/main" id="{1B59F390-93EC-4471-6E6C-B9B4A1223D7A}"/>
              </a:ext>
            </a:extLst>
          </p:cNvPr>
          <p:cNvSpPr/>
          <p:nvPr/>
        </p:nvSpPr>
        <p:spPr>
          <a:xfrm>
            <a:off x="-383754" y="-1023469"/>
            <a:ext cx="2654300"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20498" name="Google Shape;304;p33">
            <a:extLst>
              <a:ext uri="{FF2B5EF4-FFF2-40B4-BE49-F238E27FC236}">
                <a16:creationId xmlns:a16="http://schemas.microsoft.com/office/drawing/2014/main" id="{C71E9F8D-5AC6-2F77-3AC2-0D1DC4AEEFE6}"/>
              </a:ext>
            </a:extLst>
          </p:cNvPr>
          <p:cNvSpPr/>
          <p:nvPr/>
        </p:nvSpPr>
        <p:spPr>
          <a:xfrm>
            <a:off x="10123503" y="5051457"/>
            <a:ext cx="2656416" cy="2654300"/>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2" name="Google Shape;973;p51">
            <a:extLst>
              <a:ext uri="{FF2B5EF4-FFF2-40B4-BE49-F238E27FC236}">
                <a16:creationId xmlns:a16="http://schemas.microsoft.com/office/drawing/2014/main" id="{F99A4A96-EFD9-C197-645F-E9B5D0EC8D6C}"/>
              </a:ext>
            </a:extLst>
          </p:cNvPr>
          <p:cNvSpPr/>
          <p:nvPr/>
        </p:nvSpPr>
        <p:spPr>
          <a:xfrm>
            <a:off x="2646858" y="3052755"/>
            <a:ext cx="764320" cy="931419"/>
          </a:xfrm>
          <a:custGeom>
            <a:avLst/>
            <a:gdLst/>
            <a:ahLst/>
            <a:cxnLst/>
            <a:rect l="l" t="t" r="r" b="b"/>
            <a:pathLst>
              <a:path w="17937" h="17919" extrusionOk="0">
                <a:moveTo>
                  <a:pt x="5909" y="525"/>
                </a:moveTo>
                <a:cubicBezTo>
                  <a:pt x="6014" y="525"/>
                  <a:pt x="6119" y="612"/>
                  <a:pt x="6119" y="735"/>
                </a:cubicBezTo>
                <a:lnTo>
                  <a:pt x="6119" y="1067"/>
                </a:lnTo>
                <a:lnTo>
                  <a:pt x="4231" y="1067"/>
                </a:lnTo>
                <a:lnTo>
                  <a:pt x="4231" y="735"/>
                </a:lnTo>
                <a:cubicBezTo>
                  <a:pt x="4231" y="612"/>
                  <a:pt x="4336" y="525"/>
                  <a:pt x="4441" y="525"/>
                </a:cubicBezTo>
                <a:close/>
                <a:moveTo>
                  <a:pt x="13234" y="525"/>
                </a:moveTo>
                <a:cubicBezTo>
                  <a:pt x="13356" y="525"/>
                  <a:pt x="13461" y="612"/>
                  <a:pt x="13461" y="735"/>
                </a:cubicBezTo>
                <a:lnTo>
                  <a:pt x="13461" y="1067"/>
                </a:lnTo>
                <a:lnTo>
                  <a:pt x="11573" y="1067"/>
                </a:lnTo>
                <a:lnTo>
                  <a:pt x="11573" y="735"/>
                </a:lnTo>
                <a:cubicBezTo>
                  <a:pt x="11573" y="612"/>
                  <a:pt x="11660" y="525"/>
                  <a:pt x="11783" y="525"/>
                </a:cubicBezTo>
                <a:close/>
                <a:moveTo>
                  <a:pt x="14860" y="9563"/>
                </a:moveTo>
                <a:cubicBezTo>
                  <a:pt x="14912" y="9895"/>
                  <a:pt x="14929" y="10210"/>
                  <a:pt x="14929" y="10524"/>
                </a:cubicBezTo>
                <a:lnTo>
                  <a:pt x="14929" y="12063"/>
                </a:lnTo>
                <a:lnTo>
                  <a:pt x="10524" y="12063"/>
                </a:lnTo>
                <a:cubicBezTo>
                  <a:pt x="10384" y="12063"/>
                  <a:pt x="10244" y="12063"/>
                  <a:pt x="10105" y="12080"/>
                </a:cubicBezTo>
                <a:lnTo>
                  <a:pt x="10105" y="10524"/>
                </a:lnTo>
                <a:cubicBezTo>
                  <a:pt x="10105" y="10210"/>
                  <a:pt x="10122" y="9895"/>
                  <a:pt x="10175" y="9563"/>
                </a:cubicBezTo>
                <a:close/>
                <a:moveTo>
                  <a:pt x="7517" y="9563"/>
                </a:moveTo>
                <a:cubicBezTo>
                  <a:pt x="7570" y="9895"/>
                  <a:pt x="7587" y="10210"/>
                  <a:pt x="7587" y="10524"/>
                </a:cubicBezTo>
                <a:lnTo>
                  <a:pt x="7587" y="12657"/>
                </a:lnTo>
                <a:lnTo>
                  <a:pt x="7465" y="12709"/>
                </a:lnTo>
                <a:cubicBezTo>
                  <a:pt x="7010" y="12919"/>
                  <a:pt x="6538" y="13059"/>
                  <a:pt x="6049" y="13164"/>
                </a:cubicBezTo>
                <a:lnTo>
                  <a:pt x="2780" y="13653"/>
                </a:lnTo>
                <a:lnTo>
                  <a:pt x="2780" y="10524"/>
                </a:lnTo>
                <a:cubicBezTo>
                  <a:pt x="2762" y="10210"/>
                  <a:pt x="2797" y="9895"/>
                  <a:pt x="2832" y="9563"/>
                </a:cubicBezTo>
                <a:close/>
                <a:moveTo>
                  <a:pt x="2780" y="16346"/>
                </a:moveTo>
                <a:lnTo>
                  <a:pt x="6049" y="16835"/>
                </a:lnTo>
                <a:cubicBezTo>
                  <a:pt x="6486" y="16922"/>
                  <a:pt x="6906" y="17045"/>
                  <a:pt x="7325" y="17220"/>
                </a:cubicBezTo>
                <a:cubicBezTo>
                  <a:pt x="7185" y="17342"/>
                  <a:pt x="7010" y="17394"/>
                  <a:pt x="6818" y="17394"/>
                </a:cubicBezTo>
                <a:lnTo>
                  <a:pt x="3532" y="17394"/>
                </a:lnTo>
                <a:cubicBezTo>
                  <a:pt x="3112" y="17394"/>
                  <a:pt x="2780" y="17062"/>
                  <a:pt x="2780" y="16643"/>
                </a:cubicBezTo>
                <a:lnTo>
                  <a:pt x="2780" y="16346"/>
                </a:lnTo>
                <a:close/>
                <a:moveTo>
                  <a:pt x="16066" y="12587"/>
                </a:moveTo>
                <a:lnTo>
                  <a:pt x="16066" y="17394"/>
                </a:lnTo>
                <a:lnTo>
                  <a:pt x="14213" y="17394"/>
                </a:lnTo>
                <a:lnTo>
                  <a:pt x="14213" y="16188"/>
                </a:lnTo>
                <a:cubicBezTo>
                  <a:pt x="14195" y="16171"/>
                  <a:pt x="14213" y="16153"/>
                  <a:pt x="14230" y="16136"/>
                </a:cubicBezTo>
                <a:cubicBezTo>
                  <a:pt x="14772" y="15471"/>
                  <a:pt x="14772" y="14510"/>
                  <a:pt x="14230" y="13846"/>
                </a:cubicBezTo>
                <a:cubicBezTo>
                  <a:pt x="14213" y="13828"/>
                  <a:pt x="14195" y="13811"/>
                  <a:pt x="14213" y="13793"/>
                </a:cubicBezTo>
                <a:lnTo>
                  <a:pt x="14213" y="12587"/>
                </a:lnTo>
                <a:close/>
                <a:moveTo>
                  <a:pt x="16643" y="12587"/>
                </a:moveTo>
                <a:cubicBezTo>
                  <a:pt x="17062" y="12587"/>
                  <a:pt x="17412" y="12937"/>
                  <a:pt x="17412" y="13356"/>
                </a:cubicBezTo>
                <a:lnTo>
                  <a:pt x="17412" y="16643"/>
                </a:lnTo>
                <a:cubicBezTo>
                  <a:pt x="17412" y="17062"/>
                  <a:pt x="17062" y="17394"/>
                  <a:pt x="16643" y="17394"/>
                </a:cubicBezTo>
                <a:lnTo>
                  <a:pt x="16590" y="17394"/>
                </a:lnTo>
                <a:lnTo>
                  <a:pt x="16590" y="12587"/>
                </a:lnTo>
                <a:close/>
                <a:moveTo>
                  <a:pt x="11433" y="12605"/>
                </a:moveTo>
                <a:lnTo>
                  <a:pt x="11433" y="13811"/>
                </a:lnTo>
                <a:cubicBezTo>
                  <a:pt x="11433" y="13828"/>
                  <a:pt x="11416" y="13846"/>
                  <a:pt x="11416" y="13863"/>
                </a:cubicBezTo>
                <a:cubicBezTo>
                  <a:pt x="10856" y="14527"/>
                  <a:pt x="10856" y="15489"/>
                  <a:pt x="11416" y="16153"/>
                </a:cubicBezTo>
                <a:cubicBezTo>
                  <a:pt x="11416" y="16171"/>
                  <a:pt x="11433" y="16188"/>
                  <a:pt x="11433" y="16206"/>
                </a:cubicBezTo>
                <a:lnTo>
                  <a:pt x="11433" y="17412"/>
                </a:lnTo>
                <a:lnTo>
                  <a:pt x="10524" y="17412"/>
                </a:lnTo>
                <a:cubicBezTo>
                  <a:pt x="10210" y="17412"/>
                  <a:pt x="9877" y="17394"/>
                  <a:pt x="9563" y="17342"/>
                </a:cubicBezTo>
                <a:lnTo>
                  <a:pt x="9580" y="17342"/>
                </a:lnTo>
                <a:lnTo>
                  <a:pt x="9580" y="15174"/>
                </a:lnTo>
                <a:cubicBezTo>
                  <a:pt x="9580" y="14999"/>
                  <a:pt x="9449" y="14912"/>
                  <a:pt x="9318" y="14912"/>
                </a:cubicBezTo>
                <a:cubicBezTo>
                  <a:pt x="9187" y="14912"/>
                  <a:pt x="9056" y="14999"/>
                  <a:pt x="9056" y="15174"/>
                </a:cubicBezTo>
                <a:lnTo>
                  <a:pt x="9056" y="17237"/>
                </a:lnTo>
                <a:cubicBezTo>
                  <a:pt x="8584" y="17150"/>
                  <a:pt x="8129" y="16992"/>
                  <a:pt x="7692" y="16800"/>
                </a:cubicBezTo>
                <a:cubicBezTo>
                  <a:pt x="7203" y="16590"/>
                  <a:pt x="6678" y="16415"/>
                  <a:pt x="6154" y="16311"/>
                </a:cubicBezTo>
                <a:lnTo>
                  <a:pt x="6136" y="16311"/>
                </a:lnTo>
                <a:lnTo>
                  <a:pt x="1539" y="15629"/>
                </a:lnTo>
                <a:lnTo>
                  <a:pt x="1469" y="15629"/>
                </a:lnTo>
                <a:cubicBezTo>
                  <a:pt x="1294" y="15629"/>
                  <a:pt x="1137" y="15734"/>
                  <a:pt x="1067" y="15891"/>
                </a:cubicBezTo>
                <a:cubicBezTo>
                  <a:pt x="1049" y="15926"/>
                  <a:pt x="1014" y="15943"/>
                  <a:pt x="979" y="15943"/>
                </a:cubicBezTo>
                <a:lnTo>
                  <a:pt x="612" y="15943"/>
                </a:lnTo>
                <a:cubicBezTo>
                  <a:pt x="560" y="15943"/>
                  <a:pt x="525" y="15908"/>
                  <a:pt x="525" y="15856"/>
                </a:cubicBezTo>
                <a:lnTo>
                  <a:pt x="525" y="14143"/>
                </a:lnTo>
                <a:cubicBezTo>
                  <a:pt x="525" y="14090"/>
                  <a:pt x="560" y="14055"/>
                  <a:pt x="612" y="14055"/>
                </a:cubicBezTo>
                <a:lnTo>
                  <a:pt x="979" y="14055"/>
                </a:lnTo>
                <a:cubicBezTo>
                  <a:pt x="1014" y="14055"/>
                  <a:pt x="1049" y="14073"/>
                  <a:pt x="1049" y="14108"/>
                </a:cubicBezTo>
                <a:cubicBezTo>
                  <a:pt x="1130" y="14270"/>
                  <a:pt x="1302" y="14372"/>
                  <a:pt x="1479" y="14372"/>
                </a:cubicBezTo>
                <a:cubicBezTo>
                  <a:pt x="1493" y="14372"/>
                  <a:pt x="1507" y="14371"/>
                  <a:pt x="1521" y="14370"/>
                </a:cubicBezTo>
                <a:lnTo>
                  <a:pt x="6136" y="13688"/>
                </a:lnTo>
                <a:lnTo>
                  <a:pt x="6154" y="13688"/>
                </a:lnTo>
                <a:cubicBezTo>
                  <a:pt x="6678" y="13583"/>
                  <a:pt x="7185" y="13409"/>
                  <a:pt x="7675" y="13199"/>
                </a:cubicBezTo>
                <a:cubicBezTo>
                  <a:pt x="8112" y="13007"/>
                  <a:pt x="8566" y="12867"/>
                  <a:pt x="9038" y="12762"/>
                </a:cubicBezTo>
                <a:lnTo>
                  <a:pt x="9038" y="14038"/>
                </a:lnTo>
                <a:cubicBezTo>
                  <a:pt x="9038" y="14213"/>
                  <a:pt x="9169" y="14300"/>
                  <a:pt x="9300" y="14300"/>
                </a:cubicBezTo>
                <a:cubicBezTo>
                  <a:pt x="9432" y="14300"/>
                  <a:pt x="9563" y="14213"/>
                  <a:pt x="9563" y="14038"/>
                </a:cubicBezTo>
                <a:lnTo>
                  <a:pt x="9563" y="12674"/>
                </a:lnTo>
                <a:cubicBezTo>
                  <a:pt x="9877" y="12622"/>
                  <a:pt x="10210" y="12605"/>
                  <a:pt x="10524" y="12605"/>
                </a:cubicBezTo>
                <a:close/>
                <a:moveTo>
                  <a:pt x="13671" y="12587"/>
                </a:moveTo>
                <a:lnTo>
                  <a:pt x="13671" y="13793"/>
                </a:lnTo>
                <a:cubicBezTo>
                  <a:pt x="13671" y="13933"/>
                  <a:pt x="13723" y="14073"/>
                  <a:pt x="13811" y="14178"/>
                </a:cubicBezTo>
                <a:cubicBezTo>
                  <a:pt x="14003" y="14423"/>
                  <a:pt x="14108" y="14702"/>
                  <a:pt x="14108" y="14999"/>
                </a:cubicBezTo>
                <a:cubicBezTo>
                  <a:pt x="14108" y="15297"/>
                  <a:pt x="14003" y="15576"/>
                  <a:pt x="13811" y="15821"/>
                </a:cubicBezTo>
                <a:cubicBezTo>
                  <a:pt x="13723" y="15926"/>
                  <a:pt x="13671" y="16066"/>
                  <a:pt x="13671" y="16206"/>
                </a:cubicBezTo>
                <a:lnTo>
                  <a:pt x="13671" y="17412"/>
                </a:lnTo>
                <a:lnTo>
                  <a:pt x="11958" y="17412"/>
                </a:lnTo>
                <a:lnTo>
                  <a:pt x="11958" y="16206"/>
                </a:lnTo>
                <a:cubicBezTo>
                  <a:pt x="11958" y="16066"/>
                  <a:pt x="11905" y="15926"/>
                  <a:pt x="11818" y="15821"/>
                </a:cubicBezTo>
                <a:cubicBezTo>
                  <a:pt x="11625" y="15576"/>
                  <a:pt x="11538" y="15297"/>
                  <a:pt x="11538" y="14999"/>
                </a:cubicBezTo>
                <a:cubicBezTo>
                  <a:pt x="11538" y="14702"/>
                  <a:pt x="11625" y="14423"/>
                  <a:pt x="11818" y="14178"/>
                </a:cubicBezTo>
                <a:cubicBezTo>
                  <a:pt x="11905" y="14073"/>
                  <a:pt x="11958" y="13933"/>
                  <a:pt x="11958" y="13793"/>
                </a:cubicBezTo>
                <a:lnTo>
                  <a:pt x="11958" y="12587"/>
                </a:lnTo>
                <a:close/>
                <a:moveTo>
                  <a:pt x="4458" y="1"/>
                </a:moveTo>
                <a:cubicBezTo>
                  <a:pt x="4056" y="1"/>
                  <a:pt x="3724" y="315"/>
                  <a:pt x="3724" y="735"/>
                </a:cubicBezTo>
                <a:lnTo>
                  <a:pt x="3724" y="1154"/>
                </a:lnTo>
                <a:cubicBezTo>
                  <a:pt x="3724" y="1329"/>
                  <a:pt x="3846" y="1504"/>
                  <a:pt x="4021" y="1556"/>
                </a:cubicBezTo>
                <a:lnTo>
                  <a:pt x="3584" y="4458"/>
                </a:lnTo>
                <a:cubicBezTo>
                  <a:pt x="3567" y="4598"/>
                  <a:pt x="3654" y="4738"/>
                  <a:pt x="3794" y="4755"/>
                </a:cubicBezTo>
                <a:lnTo>
                  <a:pt x="3846" y="4755"/>
                </a:lnTo>
                <a:cubicBezTo>
                  <a:pt x="3969" y="4755"/>
                  <a:pt x="4074" y="4668"/>
                  <a:pt x="4091" y="4546"/>
                </a:cubicBezTo>
                <a:lnTo>
                  <a:pt x="4528" y="1591"/>
                </a:lnTo>
                <a:lnTo>
                  <a:pt x="5822" y="1591"/>
                </a:lnTo>
                <a:lnTo>
                  <a:pt x="6486" y="6119"/>
                </a:lnTo>
                <a:cubicBezTo>
                  <a:pt x="6486" y="6136"/>
                  <a:pt x="6486" y="6136"/>
                  <a:pt x="6486" y="6136"/>
                </a:cubicBezTo>
                <a:cubicBezTo>
                  <a:pt x="6591" y="6661"/>
                  <a:pt x="6766" y="7185"/>
                  <a:pt x="6975" y="7675"/>
                </a:cubicBezTo>
                <a:cubicBezTo>
                  <a:pt x="7168" y="8112"/>
                  <a:pt x="7325" y="8566"/>
                  <a:pt x="7412" y="9038"/>
                </a:cubicBezTo>
                <a:lnTo>
                  <a:pt x="2920" y="9038"/>
                </a:lnTo>
                <a:cubicBezTo>
                  <a:pt x="3025" y="8566"/>
                  <a:pt x="3165" y="8112"/>
                  <a:pt x="3357" y="7675"/>
                </a:cubicBezTo>
                <a:cubicBezTo>
                  <a:pt x="3584" y="7185"/>
                  <a:pt x="3741" y="6661"/>
                  <a:pt x="3846" y="6136"/>
                </a:cubicBezTo>
                <a:lnTo>
                  <a:pt x="3846" y="6119"/>
                </a:lnTo>
                <a:lnTo>
                  <a:pt x="3916" y="5664"/>
                </a:lnTo>
                <a:cubicBezTo>
                  <a:pt x="3945" y="5472"/>
                  <a:pt x="3800" y="5365"/>
                  <a:pt x="3654" y="5365"/>
                </a:cubicBezTo>
                <a:cubicBezTo>
                  <a:pt x="3535" y="5365"/>
                  <a:pt x="3415" y="5437"/>
                  <a:pt x="3392" y="5595"/>
                </a:cubicBezTo>
                <a:lnTo>
                  <a:pt x="3339" y="6049"/>
                </a:lnTo>
                <a:cubicBezTo>
                  <a:pt x="3234" y="6539"/>
                  <a:pt x="3077" y="7011"/>
                  <a:pt x="2885" y="7465"/>
                </a:cubicBezTo>
                <a:cubicBezTo>
                  <a:pt x="2448" y="8427"/>
                  <a:pt x="2221" y="9475"/>
                  <a:pt x="2221" y="10524"/>
                </a:cubicBezTo>
                <a:lnTo>
                  <a:pt x="2221" y="13723"/>
                </a:lnTo>
                <a:lnTo>
                  <a:pt x="1486" y="13828"/>
                </a:lnTo>
                <a:cubicBezTo>
                  <a:pt x="1381" y="13636"/>
                  <a:pt x="1172" y="13531"/>
                  <a:pt x="962" y="13531"/>
                </a:cubicBezTo>
                <a:lnTo>
                  <a:pt x="612" y="13531"/>
                </a:lnTo>
                <a:cubicBezTo>
                  <a:pt x="280" y="13531"/>
                  <a:pt x="0" y="13793"/>
                  <a:pt x="0" y="14143"/>
                </a:cubicBezTo>
                <a:lnTo>
                  <a:pt x="0" y="15839"/>
                </a:lnTo>
                <a:cubicBezTo>
                  <a:pt x="0" y="16188"/>
                  <a:pt x="280" y="16450"/>
                  <a:pt x="612" y="16450"/>
                </a:cubicBezTo>
                <a:lnTo>
                  <a:pt x="979" y="16450"/>
                </a:lnTo>
                <a:cubicBezTo>
                  <a:pt x="1189" y="16450"/>
                  <a:pt x="1399" y="16346"/>
                  <a:pt x="1504" y="16153"/>
                </a:cubicBezTo>
                <a:lnTo>
                  <a:pt x="2238" y="16258"/>
                </a:lnTo>
                <a:lnTo>
                  <a:pt x="2238" y="16643"/>
                </a:lnTo>
                <a:cubicBezTo>
                  <a:pt x="2238" y="17342"/>
                  <a:pt x="2815" y="17919"/>
                  <a:pt x="3532" y="17919"/>
                </a:cubicBezTo>
                <a:lnTo>
                  <a:pt x="6818" y="17919"/>
                </a:lnTo>
                <a:cubicBezTo>
                  <a:pt x="7220" y="17919"/>
                  <a:pt x="7587" y="17744"/>
                  <a:pt x="7832" y="17429"/>
                </a:cubicBezTo>
                <a:cubicBezTo>
                  <a:pt x="8287" y="17604"/>
                  <a:pt x="8759" y="17727"/>
                  <a:pt x="9231" y="17814"/>
                </a:cubicBezTo>
                <a:lnTo>
                  <a:pt x="9283" y="17814"/>
                </a:lnTo>
                <a:cubicBezTo>
                  <a:pt x="9703" y="17884"/>
                  <a:pt x="10122" y="17919"/>
                  <a:pt x="10524" y="17919"/>
                </a:cubicBezTo>
                <a:lnTo>
                  <a:pt x="16643" y="17919"/>
                </a:lnTo>
                <a:cubicBezTo>
                  <a:pt x="17359" y="17919"/>
                  <a:pt x="17919" y="17359"/>
                  <a:pt x="17936" y="16643"/>
                </a:cubicBezTo>
                <a:lnTo>
                  <a:pt x="17936" y="13356"/>
                </a:lnTo>
                <a:cubicBezTo>
                  <a:pt x="17919" y="12639"/>
                  <a:pt x="17359" y="12063"/>
                  <a:pt x="16643" y="12063"/>
                </a:cubicBezTo>
                <a:lnTo>
                  <a:pt x="15436" y="12063"/>
                </a:lnTo>
                <a:lnTo>
                  <a:pt x="15436" y="10542"/>
                </a:lnTo>
                <a:cubicBezTo>
                  <a:pt x="15436" y="9475"/>
                  <a:pt x="15227" y="8444"/>
                  <a:pt x="14790" y="7483"/>
                </a:cubicBezTo>
                <a:cubicBezTo>
                  <a:pt x="14597" y="7011"/>
                  <a:pt x="14440" y="6539"/>
                  <a:pt x="14335" y="6049"/>
                </a:cubicBezTo>
                <a:lnTo>
                  <a:pt x="14160" y="4878"/>
                </a:lnTo>
                <a:cubicBezTo>
                  <a:pt x="14137" y="4720"/>
                  <a:pt x="14021" y="4648"/>
                  <a:pt x="13905" y="4648"/>
                </a:cubicBezTo>
                <a:cubicBezTo>
                  <a:pt x="13765" y="4648"/>
                  <a:pt x="13625" y="4756"/>
                  <a:pt x="13653" y="4948"/>
                </a:cubicBezTo>
                <a:lnTo>
                  <a:pt x="13828" y="6136"/>
                </a:lnTo>
                <a:cubicBezTo>
                  <a:pt x="13828" y="6136"/>
                  <a:pt x="13828" y="6154"/>
                  <a:pt x="13828" y="6154"/>
                </a:cubicBezTo>
                <a:cubicBezTo>
                  <a:pt x="13933" y="6678"/>
                  <a:pt x="14090" y="7185"/>
                  <a:pt x="14318" y="7675"/>
                </a:cubicBezTo>
                <a:cubicBezTo>
                  <a:pt x="14510" y="8112"/>
                  <a:pt x="14650" y="8584"/>
                  <a:pt x="14755" y="9038"/>
                </a:cubicBezTo>
                <a:lnTo>
                  <a:pt x="10279" y="9038"/>
                </a:lnTo>
                <a:cubicBezTo>
                  <a:pt x="10367" y="8584"/>
                  <a:pt x="10524" y="8112"/>
                  <a:pt x="10716" y="7675"/>
                </a:cubicBezTo>
                <a:cubicBezTo>
                  <a:pt x="10926" y="7185"/>
                  <a:pt x="11084" y="6678"/>
                  <a:pt x="11206" y="6154"/>
                </a:cubicBezTo>
                <a:cubicBezTo>
                  <a:pt x="11206" y="6154"/>
                  <a:pt x="11206" y="6136"/>
                  <a:pt x="11206" y="6136"/>
                </a:cubicBezTo>
                <a:lnTo>
                  <a:pt x="11870" y="1591"/>
                </a:lnTo>
                <a:lnTo>
                  <a:pt x="13146" y="1591"/>
                </a:lnTo>
                <a:lnTo>
                  <a:pt x="13479" y="3811"/>
                </a:lnTo>
                <a:cubicBezTo>
                  <a:pt x="13496" y="3934"/>
                  <a:pt x="13618" y="4021"/>
                  <a:pt x="13741" y="4021"/>
                </a:cubicBezTo>
                <a:lnTo>
                  <a:pt x="13776" y="4021"/>
                </a:lnTo>
                <a:cubicBezTo>
                  <a:pt x="13916" y="4004"/>
                  <a:pt x="14020" y="3864"/>
                  <a:pt x="14003" y="3724"/>
                </a:cubicBezTo>
                <a:lnTo>
                  <a:pt x="13671" y="1556"/>
                </a:lnTo>
                <a:cubicBezTo>
                  <a:pt x="13863" y="1504"/>
                  <a:pt x="13985" y="1329"/>
                  <a:pt x="13985" y="1154"/>
                </a:cubicBezTo>
                <a:lnTo>
                  <a:pt x="13985" y="735"/>
                </a:lnTo>
                <a:cubicBezTo>
                  <a:pt x="13985" y="315"/>
                  <a:pt x="13653" y="1"/>
                  <a:pt x="13251" y="1"/>
                </a:cubicBezTo>
                <a:lnTo>
                  <a:pt x="11783" y="1"/>
                </a:lnTo>
                <a:cubicBezTo>
                  <a:pt x="11381" y="1"/>
                  <a:pt x="11049" y="315"/>
                  <a:pt x="11049" y="735"/>
                </a:cubicBezTo>
                <a:lnTo>
                  <a:pt x="11049" y="1154"/>
                </a:lnTo>
                <a:cubicBezTo>
                  <a:pt x="11049" y="1329"/>
                  <a:pt x="11171" y="1504"/>
                  <a:pt x="11346" y="1556"/>
                </a:cubicBezTo>
                <a:lnTo>
                  <a:pt x="10699" y="6049"/>
                </a:lnTo>
                <a:cubicBezTo>
                  <a:pt x="10594" y="6521"/>
                  <a:pt x="10437" y="7011"/>
                  <a:pt x="10244" y="7465"/>
                </a:cubicBezTo>
                <a:cubicBezTo>
                  <a:pt x="9807" y="8427"/>
                  <a:pt x="9598" y="9458"/>
                  <a:pt x="9598" y="10524"/>
                </a:cubicBezTo>
                <a:lnTo>
                  <a:pt x="9598" y="12115"/>
                </a:lnTo>
                <a:cubicBezTo>
                  <a:pt x="9091" y="12185"/>
                  <a:pt x="8601" y="12290"/>
                  <a:pt x="8129" y="12447"/>
                </a:cubicBezTo>
                <a:lnTo>
                  <a:pt x="8129" y="10524"/>
                </a:lnTo>
                <a:cubicBezTo>
                  <a:pt x="8112" y="9458"/>
                  <a:pt x="7902" y="8427"/>
                  <a:pt x="7465" y="7465"/>
                </a:cubicBezTo>
                <a:cubicBezTo>
                  <a:pt x="7255" y="7011"/>
                  <a:pt x="7115" y="6521"/>
                  <a:pt x="7010" y="6032"/>
                </a:cubicBezTo>
                <a:lnTo>
                  <a:pt x="6364" y="1556"/>
                </a:lnTo>
                <a:cubicBezTo>
                  <a:pt x="6538" y="1504"/>
                  <a:pt x="6661" y="1329"/>
                  <a:pt x="6661" y="1137"/>
                </a:cubicBezTo>
                <a:lnTo>
                  <a:pt x="6661" y="735"/>
                </a:lnTo>
                <a:cubicBezTo>
                  <a:pt x="6661" y="315"/>
                  <a:pt x="6329" y="1"/>
                  <a:pt x="5909" y="1"/>
                </a:cubicBezTo>
                <a:close/>
              </a:path>
            </a:pathLst>
          </a:custGeom>
          <a:solidFill>
            <a:schemeClr val="bg2">
              <a:lumMod val="10000"/>
            </a:schemeClr>
          </a:solidFill>
          <a:ln w="3175">
            <a:solidFill>
              <a:srgbClr val="161616"/>
            </a:solid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dirty="0"/>
          </a:p>
        </p:txBody>
      </p:sp>
      <p:pic>
        <p:nvPicPr>
          <p:cNvPr id="4" name="Picture 3" descr="A black background with a black square&#10;&#10;Description automatically generated with medium confidence">
            <a:extLst>
              <a:ext uri="{FF2B5EF4-FFF2-40B4-BE49-F238E27FC236}">
                <a16:creationId xmlns:a16="http://schemas.microsoft.com/office/drawing/2014/main" id="{D9F84BCF-FA1C-606F-D870-FA6C6A7929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3973" y="2994789"/>
            <a:ext cx="967237" cy="967237"/>
          </a:xfrm>
          <a:prstGeom prst="rect">
            <a:avLst/>
          </a:prstGeom>
        </p:spPr>
      </p:pic>
      <p:grpSp>
        <p:nvGrpSpPr>
          <p:cNvPr id="5" name="Google Shape;9680;p65">
            <a:extLst>
              <a:ext uri="{FF2B5EF4-FFF2-40B4-BE49-F238E27FC236}">
                <a16:creationId xmlns:a16="http://schemas.microsoft.com/office/drawing/2014/main" id="{E0995BE2-FF8D-E45C-B99C-9932A472324E}"/>
              </a:ext>
            </a:extLst>
          </p:cNvPr>
          <p:cNvGrpSpPr/>
          <p:nvPr/>
        </p:nvGrpSpPr>
        <p:grpSpPr>
          <a:xfrm>
            <a:off x="8234762" y="3104587"/>
            <a:ext cx="738933" cy="827754"/>
            <a:chOff x="6195998" y="1983102"/>
            <a:chExt cx="368308" cy="338746"/>
          </a:xfrm>
          <a:solidFill>
            <a:schemeClr val="bg2">
              <a:lumMod val="10000"/>
            </a:schemeClr>
          </a:solidFill>
        </p:grpSpPr>
        <p:sp>
          <p:nvSpPr>
            <p:cNvPr id="6" name="Google Shape;9681;p65">
              <a:extLst>
                <a:ext uri="{FF2B5EF4-FFF2-40B4-BE49-F238E27FC236}">
                  <a16:creationId xmlns:a16="http://schemas.microsoft.com/office/drawing/2014/main" id="{17CEEDC8-88A3-CBD2-B64C-76DC2282081A}"/>
                </a:ext>
              </a:extLst>
            </p:cNvPr>
            <p:cNvSpPr/>
            <p:nvPr/>
          </p:nvSpPr>
          <p:spPr>
            <a:xfrm>
              <a:off x="6267289" y="2161012"/>
              <a:ext cx="67533" cy="67150"/>
            </a:xfrm>
            <a:custGeom>
              <a:avLst/>
              <a:gdLst/>
              <a:ahLst/>
              <a:cxnLst/>
              <a:rect l="l" t="t" r="r" b="b"/>
              <a:pathLst>
                <a:path w="2120" h="2108" extrusionOk="0">
                  <a:moveTo>
                    <a:pt x="1060" y="0"/>
                  </a:moveTo>
                  <a:cubicBezTo>
                    <a:pt x="953" y="0"/>
                    <a:pt x="882" y="71"/>
                    <a:pt x="882" y="179"/>
                  </a:cubicBezTo>
                  <a:lnTo>
                    <a:pt x="882" y="881"/>
                  </a:lnTo>
                  <a:lnTo>
                    <a:pt x="179" y="881"/>
                  </a:lnTo>
                  <a:cubicBezTo>
                    <a:pt x="84" y="881"/>
                    <a:pt x="0" y="953"/>
                    <a:pt x="0" y="1060"/>
                  </a:cubicBezTo>
                  <a:cubicBezTo>
                    <a:pt x="0" y="1143"/>
                    <a:pt x="84" y="1238"/>
                    <a:pt x="179" y="1238"/>
                  </a:cubicBezTo>
                  <a:lnTo>
                    <a:pt x="882" y="1238"/>
                  </a:lnTo>
                  <a:lnTo>
                    <a:pt x="882" y="1941"/>
                  </a:lnTo>
                  <a:cubicBezTo>
                    <a:pt x="882" y="2024"/>
                    <a:pt x="953" y="2107"/>
                    <a:pt x="1060" y="2107"/>
                  </a:cubicBezTo>
                  <a:cubicBezTo>
                    <a:pt x="1155" y="2107"/>
                    <a:pt x="1239" y="2036"/>
                    <a:pt x="1239" y="1941"/>
                  </a:cubicBezTo>
                  <a:lnTo>
                    <a:pt x="1239" y="1238"/>
                  </a:lnTo>
                  <a:lnTo>
                    <a:pt x="1941" y="1238"/>
                  </a:lnTo>
                  <a:cubicBezTo>
                    <a:pt x="2048" y="1238"/>
                    <a:pt x="2120" y="1167"/>
                    <a:pt x="2120" y="1060"/>
                  </a:cubicBezTo>
                  <a:cubicBezTo>
                    <a:pt x="2120" y="953"/>
                    <a:pt x="2036" y="881"/>
                    <a:pt x="1941" y="881"/>
                  </a:cubicBezTo>
                  <a:lnTo>
                    <a:pt x="1239" y="881"/>
                  </a:lnTo>
                  <a:lnTo>
                    <a:pt x="1239" y="179"/>
                  </a:lnTo>
                  <a:cubicBezTo>
                    <a:pt x="1239" y="95"/>
                    <a:pt x="1167" y="0"/>
                    <a:pt x="1060"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7" name="Google Shape;9682;p65">
              <a:extLst>
                <a:ext uri="{FF2B5EF4-FFF2-40B4-BE49-F238E27FC236}">
                  <a16:creationId xmlns:a16="http://schemas.microsoft.com/office/drawing/2014/main" id="{D995161A-8348-5DF7-82FB-72195E879383}"/>
                </a:ext>
              </a:extLst>
            </p:cNvPr>
            <p:cNvSpPr/>
            <p:nvPr/>
          </p:nvSpPr>
          <p:spPr>
            <a:xfrm>
              <a:off x="6235052" y="2128393"/>
              <a:ext cx="132007" cy="131625"/>
            </a:xfrm>
            <a:custGeom>
              <a:avLst/>
              <a:gdLst/>
              <a:ahLst/>
              <a:cxnLst/>
              <a:rect l="l" t="t" r="r" b="b"/>
              <a:pathLst>
                <a:path w="4144" h="4132" extrusionOk="0">
                  <a:moveTo>
                    <a:pt x="2072" y="357"/>
                  </a:moveTo>
                  <a:cubicBezTo>
                    <a:pt x="3013" y="357"/>
                    <a:pt x="3799" y="1131"/>
                    <a:pt x="3799" y="2084"/>
                  </a:cubicBezTo>
                  <a:cubicBezTo>
                    <a:pt x="3799" y="3024"/>
                    <a:pt x="3025" y="3798"/>
                    <a:pt x="2072" y="3798"/>
                  </a:cubicBezTo>
                  <a:cubicBezTo>
                    <a:pt x="1120" y="3798"/>
                    <a:pt x="370" y="3024"/>
                    <a:pt x="370" y="2084"/>
                  </a:cubicBezTo>
                  <a:cubicBezTo>
                    <a:pt x="370" y="1131"/>
                    <a:pt x="1143" y="357"/>
                    <a:pt x="2072" y="357"/>
                  </a:cubicBezTo>
                  <a:close/>
                  <a:moveTo>
                    <a:pt x="2072" y="0"/>
                  </a:moveTo>
                  <a:cubicBezTo>
                    <a:pt x="929" y="0"/>
                    <a:pt x="0" y="917"/>
                    <a:pt x="0" y="2072"/>
                  </a:cubicBezTo>
                  <a:cubicBezTo>
                    <a:pt x="0" y="3215"/>
                    <a:pt x="929" y="4132"/>
                    <a:pt x="2072" y="4132"/>
                  </a:cubicBezTo>
                  <a:cubicBezTo>
                    <a:pt x="3227" y="4132"/>
                    <a:pt x="4144" y="3215"/>
                    <a:pt x="4144" y="2072"/>
                  </a:cubicBezTo>
                  <a:cubicBezTo>
                    <a:pt x="4144" y="917"/>
                    <a:pt x="3227" y="0"/>
                    <a:pt x="207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8" name="Google Shape;9683;p65">
              <a:extLst>
                <a:ext uri="{FF2B5EF4-FFF2-40B4-BE49-F238E27FC236}">
                  <a16:creationId xmlns:a16="http://schemas.microsoft.com/office/drawing/2014/main" id="{A9C70A4E-4689-BF47-1176-95B876DF3C17}"/>
                </a:ext>
              </a:extLst>
            </p:cNvPr>
            <p:cNvSpPr/>
            <p:nvPr/>
          </p:nvSpPr>
          <p:spPr>
            <a:xfrm>
              <a:off x="6195998" y="1983102"/>
              <a:ext cx="368308" cy="338746"/>
            </a:xfrm>
            <a:custGeom>
              <a:avLst/>
              <a:gdLst/>
              <a:ahLst/>
              <a:cxnLst/>
              <a:rect l="l" t="t" r="r" b="b"/>
              <a:pathLst>
                <a:path w="11562" h="10634" extrusionOk="0">
                  <a:moveTo>
                    <a:pt x="3143" y="382"/>
                  </a:moveTo>
                  <a:lnTo>
                    <a:pt x="3143" y="1989"/>
                  </a:lnTo>
                  <a:lnTo>
                    <a:pt x="2227" y="1989"/>
                  </a:lnTo>
                  <a:lnTo>
                    <a:pt x="2227" y="382"/>
                  </a:lnTo>
                  <a:close/>
                  <a:moveTo>
                    <a:pt x="4382" y="382"/>
                  </a:moveTo>
                  <a:lnTo>
                    <a:pt x="4382" y="1989"/>
                  </a:lnTo>
                  <a:lnTo>
                    <a:pt x="3477" y="1989"/>
                  </a:lnTo>
                  <a:lnTo>
                    <a:pt x="3477" y="382"/>
                  </a:lnTo>
                  <a:close/>
                  <a:moveTo>
                    <a:pt x="5584" y="382"/>
                  </a:moveTo>
                  <a:lnTo>
                    <a:pt x="5584" y="1989"/>
                  </a:lnTo>
                  <a:lnTo>
                    <a:pt x="4727" y="1989"/>
                  </a:lnTo>
                  <a:lnTo>
                    <a:pt x="4727" y="382"/>
                  </a:lnTo>
                  <a:close/>
                  <a:moveTo>
                    <a:pt x="4846" y="2323"/>
                  </a:moveTo>
                  <a:lnTo>
                    <a:pt x="4846" y="2656"/>
                  </a:lnTo>
                  <a:lnTo>
                    <a:pt x="1750" y="2656"/>
                  </a:lnTo>
                  <a:lnTo>
                    <a:pt x="1750" y="2323"/>
                  </a:lnTo>
                  <a:close/>
                  <a:moveTo>
                    <a:pt x="7918" y="6073"/>
                  </a:moveTo>
                  <a:cubicBezTo>
                    <a:pt x="8442" y="6073"/>
                    <a:pt x="8894" y="6276"/>
                    <a:pt x="9251" y="6585"/>
                  </a:cubicBezTo>
                  <a:lnTo>
                    <a:pt x="6322" y="9514"/>
                  </a:lnTo>
                  <a:cubicBezTo>
                    <a:pt x="5144" y="8121"/>
                    <a:pt x="6203" y="6073"/>
                    <a:pt x="7918" y="6073"/>
                  </a:cubicBezTo>
                  <a:close/>
                  <a:moveTo>
                    <a:pt x="11204" y="6585"/>
                  </a:moveTo>
                  <a:lnTo>
                    <a:pt x="11204" y="7990"/>
                  </a:lnTo>
                  <a:cubicBezTo>
                    <a:pt x="11204" y="8776"/>
                    <a:pt x="10656" y="9431"/>
                    <a:pt x="9906" y="9562"/>
                  </a:cubicBezTo>
                  <a:cubicBezTo>
                    <a:pt x="10168" y="9193"/>
                    <a:pt x="10347" y="8669"/>
                    <a:pt x="10347" y="8181"/>
                  </a:cubicBezTo>
                  <a:cubicBezTo>
                    <a:pt x="10347" y="7764"/>
                    <a:pt x="10251" y="7550"/>
                    <a:pt x="10251" y="7538"/>
                  </a:cubicBezTo>
                  <a:cubicBezTo>
                    <a:pt x="10168" y="7192"/>
                    <a:pt x="10144" y="7228"/>
                    <a:pt x="10073" y="7073"/>
                  </a:cubicBezTo>
                  <a:cubicBezTo>
                    <a:pt x="9966" y="6883"/>
                    <a:pt x="9954" y="6823"/>
                    <a:pt x="9751" y="6585"/>
                  </a:cubicBezTo>
                  <a:close/>
                  <a:moveTo>
                    <a:pt x="9513" y="6823"/>
                  </a:moveTo>
                  <a:lnTo>
                    <a:pt x="9513" y="6823"/>
                  </a:lnTo>
                  <a:cubicBezTo>
                    <a:pt x="10704" y="8216"/>
                    <a:pt x="9632" y="10240"/>
                    <a:pt x="7918" y="10240"/>
                  </a:cubicBezTo>
                  <a:cubicBezTo>
                    <a:pt x="7890" y="10242"/>
                    <a:pt x="7862" y="10242"/>
                    <a:pt x="7834" y="10242"/>
                  </a:cubicBezTo>
                  <a:cubicBezTo>
                    <a:pt x="7345" y="10242"/>
                    <a:pt x="6910" y="10045"/>
                    <a:pt x="6572" y="9752"/>
                  </a:cubicBezTo>
                  <a:lnTo>
                    <a:pt x="9513" y="6823"/>
                  </a:lnTo>
                  <a:close/>
                  <a:moveTo>
                    <a:pt x="881" y="1"/>
                  </a:moveTo>
                  <a:cubicBezTo>
                    <a:pt x="786" y="1"/>
                    <a:pt x="703" y="84"/>
                    <a:pt x="703" y="180"/>
                  </a:cubicBezTo>
                  <a:lnTo>
                    <a:pt x="703" y="525"/>
                  </a:lnTo>
                  <a:cubicBezTo>
                    <a:pt x="703" y="620"/>
                    <a:pt x="774" y="703"/>
                    <a:pt x="881" y="703"/>
                  </a:cubicBezTo>
                  <a:cubicBezTo>
                    <a:pt x="976" y="703"/>
                    <a:pt x="1060" y="632"/>
                    <a:pt x="1060" y="525"/>
                  </a:cubicBezTo>
                  <a:lnTo>
                    <a:pt x="1060" y="358"/>
                  </a:lnTo>
                  <a:lnTo>
                    <a:pt x="1905" y="358"/>
                  </a:lnTo>
                  <a:lnTo>
                    <a:pt x="1905" y="1966"/>
                  </a:lnTo>
                  <a:lnTo>
                    <a:pt x="1060" y="1966"/>
                  </a:lnTo>
                  <a:lnTo>
                    <a:pt x="1060" y="1418"/>
                  </a:lnTo>
                  <a:cubicBezTo>
                    <a:pt x="1060" y="1323"/>
                    <a:pt x="976" y="1239"/>
                    <a:pt x="881" y="1239"/>
                  </a:cubicBezTo>
                  <a:cubicBezTo>
                    <a:pt x="786" y="1239"/>
                    <a:pt x="703" y="1311"/>
                    <a:pt x="703" y="1418"/>
                  </a:cubicBezTo>
                  <a:lnTo>
                    <a:pt x="703" y="2144"/>
                  </a:lnTo>
                  <a:cubicBezTo>
                    <a:pt x="703" y="2239"/>
                    <a:pt x="774" y="2323"/>
                    <a:pt x="881" y="2323"/>
                  </a:cubicBezTo>
                  <a:lnTo>
                    <a:pt x="1429" y="2323"/>
                  </a:lnTo>
                  <a:lnTo>
                    <a:pt x="1429" y="2656"/>
                  </a:lnTo>
                  <a:lnTo>
                    <a:pt x="905" y="2656"/>
                  </a:lnTo>
                  <a:cubicBezTo>
                    <a:pt x="405" y="2656"/>
                    <a:pt x="0" y="3049"/>
                    <a:pt x="0" y="3561"/>
                  </a:cubicBezTo>
                  <a:lnTo>
                    <a:pt x="0" y="9693"/>
                  </a:lnTo>
                  <a:cubicBezTo>
                    <a:pt x="0" y="10193"/>
                    <a:pt x="405" y="10598"/>
                    <a:pt x="905" y="10598"/>
                  </a:cubicBezTo>
                  <a:lnTo>
                    <a:pt x="3774" y="10598"/>
                  </a:lnTo>
                  <a:cubicBezTo>
                    <a:pt x="3882" y="10598"/>
                    <a:pt x="3953" y="10526"/>
                    <a:pt x="3953" y="10419"/>
                  </a:cubicBezTo>
                  <a:cubicBezTo>
                    <a:pt x="3953" y="10336"/>
                    <a:pt x="3882" y="10240"/>
                    <a:pt x="3774" y="10240"/>
                  </a:cubicBezTo>
                  <a:lnTo>
                    <a:pt x="905" y="10240"/>
                  </a:lnTo>
                  <a:cubicBezTo>
                    <a:pt x="595" y="10240"/>
                    <a:pt x="357" y="9990"/>
                    <a:pt x="357" y="9693"/>
                  </a:cubicBezTo>
                  <a:lnTo>
                    <a:pt x="357" y="3561"/>
                  </a:lnTo>
                  <a:cubicBezTo>
                    <a:pt x="357" y="3251"/>
                    <a:pt x="607" y="3013"/>
                    <a:pt x="905" y="3013"/>
                  </a:cubicBezTo>
                  <a:lnTo>
                    <a:pt x="5739" y="3013"/>
                  </a:lnTo>
                  <a:cubicBezTo>
                    <a:pt x="6060" y="3013"/>
                    <a:pt x="6298" y="3263"/>
                    <a:pt x="6298" y="3561"/>
                  </a:cubicBezTo>
                  <a:lnTo>
                    <a:pt x="6298" y="6359"/>
                  </a:lnTo>
                  <a:lnTo>
                    <a:pt x="6251" y="6407"/>
                  </a:lnTo>
                  <a:cubicBezTo>
                    <a:pt x="6191" y="6466"/>
                    <a:pt x="6132" y="6538"/>
                    <a:pt x="6072" y="6609"/>
                  </a:cubicBezTo>
                  <a:cubicBezTo>
                    <a:pt x="5917" y="6788"/>
                    <a:pt x="5941" y="6752"/>
                    <a:pt x="5787" y="7026"/>
                  </a:cubicBezTo>
                  <a:cubicBezTo>
                    <a:pt x="5715" y="7180"/>
                    <a:pt x="5679" y="7169"/>
                    <a:pt x="5584" y="7538"/>
                  </a:cubicBezTo>
                  <a:cubicBezTo>
                    <a:pt x="5584" y="7550"/>
                    <a:pt x="5477" y="7776"/>
                    <a:pt x="5477" y="8181"/>
                  </a:cubicBezTo>
                  <a:cubicBezTo>
                    <a:pt x="5477" y="8502"/>
                    <a:pt x="5536" y="8835"/>
                    <a:pt x="5667" y="9133"/>
                  </a:cubicBezTo>
                  <a:cubicBezTo>
                    <a:pt x="5703" y="9181"/>
                    <a:pt x="5727" y="9228"/>
                    <a:pt x="5763" y="9288"/>
                  </a:cubicBezTo>
                  <a:cubicBezTo>
                    <a:pt x="5917" y="9621"/>
                    <a:pt x="5906" y="9562"/>
                    <a:pt x="6037" y="9728"/>
                  </a:cubicBezTo>
                  <a:cubicBezTo>
                    <a:pt x="6096" y="9776"/>
                    <a:pt x="6144" y="9859"/>
                    <a:pt x="6203" y="9919"/>
                  </a:cubicBezTo>
                  <a:lnTo>
                    <a:pt x="6239" y="9943"/>
                  </a:lnTo>
                  <a:cubicBezTo>
                    <a:pt x="6144" y="10145"/>
                    <a:pt x="5953" y="10276"/>
                    <a:pt x="5727" y="10276"/>
                  </a:cubicBezTo>
                  <a:lnTo>
                    <a:pt x="4548" y="10276"/>
                  </a:lnTo>
                  <a:cubicBezTo>
                    <a:pt x="4465" y="10276"/>
                    <a:pt x="4370" y="10347"/>
                    <a:pt x="4370" y="10455"/>
                  </a:cubicBezTo>
                  <a:cubicBezTo>
                    <a:pt x="4370" y="10538"/>
                    <a:pt x="4453" y="10633"/>
                    <a:pt x="4548" y="10633"/>
                  </a:cubicBezTo>
                  <a:lnTo>
                    <a:pt x="5727" y="10633"/>
                  </a:lnTo>
                  <a:cubicBezTo>
                    <a:pt x="6060" y="10633"/>
                    <a:pt x="6358" y="10455"/>
                    <a:pt x="6501" y="10169"/>
                  </a:cubicBezTo>
                  <a:cubicBezTo>
                    <a:pt x="6931" y="10472"/>
                    <a:pt x="7425" y="10620"/>
                    <a:pt x="7915" y="10620"/>
                  </a:cubicBezTo>
                  <a:cubicBezTo>
                    <a:pt x="8523" y="10620"/>
                    <a:pt x="9123" y="10391"/>
                    <a:pt x="9585" y="9943"/>
                  </a:cubicBezTo>
                  <a:cubicBezTo>
                    <a:pt x="9606" y="9943"/>
                    <a:pt x="9627" y="9944"/>
                    <a:pt x="9648" y="9944"/>
                  </a:cubicBezTo>
                  <a:cubicBezTo>
                    <a:pt x="10702" y="9944"/>
                    <a:pt x="11549" y="9076"/>
                    <a:pt x="11549" y="8026"/>
                  </a:cubicBezTo>
                  <a:lnTo>
                    <a:pt x="11549" y="4847"/>
                  </a:lnTo>
                  <a:cubicBezTo>
                    <a:pt x="11561" y="3966"/>
                    <a:pt x="10978" y="3192"/>
                    <a:pt x="10144" y="2966"/>
                  </a:cubicBezTo>
                  <a:cubicBezTo>
                    <a:pt x="10132" y="2962"/>
                    <a:pt x="10118" y="2960"/>
                    <a:pt x="10105" y="2960"/>
                  </a:cubicBezTo>
                  <a:cubicBezTo>
                    <a:pt x="10031" y="2960"/>
                    <a:pt x="9952" y="3014"/>
                    <a:pt x="9942" y="3085"/>
                  </a:cubicBezTo>
                  <a:cubicBezTo>
                    <a:pt x="9906" y="3180"/>
                    <a:pt x="9966" y="3275"/>
                    <a:pt x="10061" y="3299"/>
                  </a:cubicBezTo>
                  <a:cubicBezTo>
                    <a:pt x="10740" y="3490"/>
                    <a:pt x="11204" y="4109"/>
                    <a:pt x="11204" y="4811"/>
                  </a:cubicBezTo>
                  <a:lnTo>
                    <a:pt x="11204" y="6228"/>
                  </a:lnTo>
                  <a:lnTo>
                    <a:pt x="9394" y="6228"/>
                  </a:lnTo>
                  <a:cubicBezTo>
                    <a:pt x="9251" y="6121"/>
                    <a:pt x="9275" y="6133"/>
                    <a:pt x="9120" y="6061"/>
                  </a:cubicBezTo>
                  <a:cubicBezTo>
                    <a:pt x="8882" y="5930"/>
                    <a:pt x="8894" y="5942"/>
                    <a:pt x="8704" y="5871"/>
                  </a:cubicBezTo>
                  <a:cubicBezTo>
                    <a:pt x="8465" y="5776"/>
                    <a:pt x="8454" y="5776"/>
                    <a:pt x="8239" y="5752"/>
                  </a:cubicBezTo>
                  <a:cubicBezTo>
                    <a:pt x="8180" y="5728"/>
                    <a:pt x="8120" y="5716"/>
                    <a:pt x="8061" y="5716"/>
                  </a:cubicBezTo>
                  <a:lnTo>
                    <a:pt x="8061" y="4799"/>
                  </a:lnTo>
                  <a:cubicBezTo>
                    <a:pt x="8061" y="4037"/>
                    <a:pt x="8620" y="3382"/>
                    <a:pt x="9358" y="3251"/>
                  </a:cubicBezTo>
                  <a:cubicBezTo>
                    <a:pt x="9454" y="3228"/>
                    <a:pt x="9525" y="3144"/>
                    <a:pt x="9513" y="3037"/>
                  </a:cubicBezTo>
                  <a:cubicBezTo>
                    <a:pt x="9491" y="2960"/>
                    <a:pt x="9418" y="2893"/>
                    <a:pt x="9322" y="2893"/>
                  </a:cubicBezTo>
                  <a:cubicBezTo>
                    <a:pt x="9315" y="2893"/>
                    <a:pt x="9307" y="2893"/>
                    <a:pt x="9299" y="2894"/>
                  </a:cubicBezTo>
                  <a:cubicBezTo>
                    <a:pt x="8382" y="3061"/>
                    <a:pt x="7727" y="3847"/>
                    <a:pt x="7727" y="4787"/>
                  </a:cubicBezTo>
                  <a:lnTo>
                    <a:pt x="7727" y="5716"/>
                  </a:lnTo>
                  <a:cubicBezTo>
                    <a:pt x="7322" y="5752"/>
                    <a:pt x="6965" y="5871"/>
                    <a:pt x="6632" y="6073"/>
                  </a:cubicBezTo>
                  <a:lnTo>
                    <a:pt x="6632" y="3549"/>
                  </a:lnTo>
                  <a:cubicBezTo>
                    <a:pt x="6632" y="3037"/>
                    <a:pt x="6239" y="2632"/>
                    <a:pt x="5727" y="2632"/>
                  </a:cubicBezTo>
                  <a:lnTo>
                    <a:pt x="5203" y="2632"/>
                  </a:lnTo>
                  <a:lnTo>
                    <a:pt x="5203" y="2311"/>
                  </a:lnTo>
                  <a:lnTo>
                    <a:pt x="5763" y="2311"/>
                  </a:lnTo>
                  <a:cubicBezTo>
                    <a:pt x="5846" y="2311"/>
                    <a:pt x="5941" y="2239"/>
                    <a:pt x="5941" y="2132"/>
                  </a:cubicBezTo>
                  <a:lnTo>
                    <a:pt x="5941" y="180"/>
                  </a:lnTo>
                  <a:cubicBezTo>
                    <a:pt x="5941" y="96"/>
                    <a:pt x="5858" y="1"/>
                    <a:pt x="576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dirty="0"/>
            </a:p>
          </p:txBody>
        </p:sp>
      </p:grpSp>
      <p:pic>
        <p:nvPicPr>
          <p:cNvPr id="10" name="Picture 9" descr="A black background with a black square&#10;&#10;Description automatically generated with medium confidence">
            <a:extLst>
              <a:ext uri="{FF2B5EF4-FFF2-40B4-BE49-F238E27FC236}">
                <a16:creationId xmlns:a16="http://schemas.microsoft.com/office/drawing/2014/main" id="{3065EB3A-381F-AC37-8631-E06BF13BE3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484" y="3052567"/>
            <a:ext cx="815861" cy="815861"/>
          </a:xfrm>
          <a:prstGeom prst="rect">
            <a:avLst/>
          </a:prstGeom>
        </p:spPr>
      </p:pic>
      <p:sp>
        <p:nvSpPr>
          <p:cNvPr id="11" name="TextBox 10">
            <a:extLst>
              <a:ext uri="{FF2B5EF4-FFF2-40B4-BE49-F238E27FC236}">
                <a16:creationId xmlns:a16="http://schemas.microsoft.com/office/drawing/2014/main" id="{7E40693E-2E86-FC1C-5CA8-F90159E7211E}"/>
              </a:ext>
            </a:extLst>
          </p:cNvPr>
          <p:cNvSpPr txBox="1"/>
          <p:nvPr/>
        </p:nvSpPr>
        <p:spPr>
          <a:xfrm>
            <a:off x="2369567" y="4184974"/>
            <a:ext cx="1620935" cy="369332"/>
          </a:xfrm>
          <a:prstGeom prst="rect">
            <a:avLst/>
          </a:prstGeom>
          <a:noFill/>
        </p:spPr>
        <p:txBody>
          <a:bodyPr wrap="square" rtlCol="0">
            <a:spAutoFit/>
          </a:bodyPr>
          <a:lstStyle/>
          <a:p>
            <a:r>
              <a:rPr lang="ms-MY" sz="1800" b="1" dirty="0">
                <a:solidFill>
                  <a:schemeClr val="bg2">
                    <a:lumMod val="10000"/>
                  </a:schemeClr>
                </a:solidFill>
                <a:latin typeface="Aptos Display" panose="020B0004020202020204" pitchFamily="34" charset="0"/>
              </a:rPr>
              <a:t>Depressants</a:t>
            </a:r>
            <a:endParaRPr lang="en-US" b="1" dirty="0"/>
          </a:p>
        </p:txBody>
      </p:sp>
      <p:sp>
        <p:nvSpPr>
          <p:cNvPr id="12" name="TextBox 11">
            <a:extLst>
              <a:ext uri="{FF2B5EF4-FFF2-40B4-BE49-F238E27FC236}">
                <a16:creationId xmlns:a16="http://schemas.microsoft.com/office/drawing/2014/main" id="{4566C486-B5B6-A834-5A60-1B27FE41E219}"/>
              </a:ext>
            </a:extLst>
          </p:cNvPr>
          <p:cNvSpPr txBox="1"/>
          <p:nvPr/>
        </p:nvSpPr>
        <p:spPr>
          <a:xfrm>
            <a:off x="4147350" y="4184974"/>
            <a:ext cx="1620935" cy="369332"/>
          </a:xfrm>
          <a:prstGeom prst="rect">
            <a:avLst/>
          </a:prstGeom>
          <a:noFill/>
        </p:spPr>
        <p:txBody>
          <a:bodyPr wrap="square" rtlCol="0">
            <a:spAutoFit/>
          </a:bodyPr>
          <a:lstStyle/>
          <a:p>
            <a:r>
              <a:rPr lang="ms-MY" sz="1800" b="1" dirty="0">
                <a:solidFill>
                  <a:schemeClr val="bg2">
                    <a:lumMod val="10000"/>
                  </a:schemeClr>
                </a:solidFill>
                <a:latin typeface="Aptos Display" panose="020B0004020202020204" pitchFamily="34" charset="0"/>
              </a:rPr>
              <a:t>Hallucinogens</a:t>
            </a:r>
            <a:endParaRPr lang="en-US" b="1" dirty="0"/>
          </a:p>
        </p:txBody>
      </p:sp>
      <p:sp>
        <p:nvSpPr>
          <p:cNvPr id="13" name="TextBox 12">
            <a:extLst>
              <a:ext uri="{FF2B5EF4-FFF2-40B4-BE49-F238E27FC236}">
                <a16:creationId xmlns:a16="http://schemas.microsoft.com/office/drawing/2014/main" id="{79BB345D-B162-3AED-71CE-F4DF4FA115F5}"/>
              </a:ext>
            </a:extLst>
          </p:cNvPr>
          <p:cNvSpPr txBox="1"/>
          <p:nvPr/>
        </p:nvSpPr>
        <p:spPr>
          <a:xfrm>
            <a:off x="6286484" y="4184974"/>
            <a:ext cx="1620935" cy="369332"/>
          </a:xfrm>
          <a:prstGeom prst="rect">
            <a:avLst/>
          </a:prstGeom>
          <a:noFill/>
        </p:spPr>
        <p:txBody>
          <a:bodyPr wrap="square" rtlCol="0">
            <a:spAutoFit/>
          </a:bodyPr>
          <a:lstStyle/>
          <a:p>
            <a:r>
              <a:rPr lang="ms-MY" sz="1800" b="1" dirty="0">
                <a:solidFill>
                  <a:schemeClr val="bg2">
                    <a:lumMod val="10000"/>
                  </a:schemeClr>
                </a:solidFill>
                <a:latin typeface="Aptos Display" panose="020B0004020202020204" pitchFamily="34" charset="0"/>
              </a:rPr>
              <a:t>Narcotics</a:t>
            </a:r>
            <a:endParaRPr lang="en-US" b="1" dirty="0"/>
          </a:p>
        </p:txBody>
      </p:sp>
      <p:sp>
        <p:nvSpPr>
          <p:cNvPr id="14" name="TextBox 13">
            <a:extLst>
              <a:ext uri="{FF2B5EF4-FFF2-40B4-BE49-F238E27FC236}">
                <a16:creationId xmlns:a16="http://schemas.microsoft.com/office/drawing/2014/main" id="{317A9024-7894-2100-AD6E-1833A1E1DCC5}"/>
              </a:ext>
            </a:extLst>
          </p:cNvPr>
          <p:cNvSpPr txBox="1"/>
          <p:nvPr/>
        </p:nvSpPr>
        <p:spPr>
          <a:xfrm>
            <a:off x="8029178" y="4184974"/>
            <a:ext cx="1620935" cy="369332"/>
          </a:xfrm>
          <a:prstGeom prst="rect">
            <a:avLst/>
          </a:prstGeom>
          <a:noFill/>
        </p:spPr>
        <p:txBody>
          <a:bodyPr wrap="square" rtlCol="0">
            <a:spAutoFit/>
          </a:bodyPr>
          <a:lstStyle/>
          <a:p>
            <a:r>
              <a:rPr lang="ms-MY" sz="1800" b="1" dirty="0">
                <a:solidFill>
                  <a:schemeClr val="bg2">
                    <a:lumMod val="10000"/>
                  </a:schemeClr>
                </a:solidFill>
                <a:latin typeface="Aptos Display" panose="020B0004020202020204" pitchFamily="34" charset="0"/>
              </a:rPr>
              <a:t>Stimulants </a:t>
            </a:r>
            <a:endParaRPr lang="en-US" b="1" dirty="0"/>
          </a:p>
        </p:txBody>
      </p:sp>
      <p:sp>
        <p:nvSpPr>
          <p:cNvPr id="18" name="TextBox 17">
            <a:extLst>
              <a:ext uri="{FF2B5EF4-FFF2-40B4-BE49-F238E27FC236}">
                <a16:creationId xmlns:a16="http://schemas.microsoft.com/office/drawing/2014/main" id="{2DC2C508-929B-74F4-EF58-94340D0DAAAD}"/>
              </a:ext>
            </a:extLst>
          </p:cNvPr>
          <p:cNvSpPr txBox="1"/>
          <p:nvPr/>
        </p:nvSpPr>
        <p:spPr>
          <a:xfrm rot="8442468">
            <a:off x="7533006" y="2524716"/>
            <a:ext cx="2091731" cy="2153171"/>
          </a:xfrm>
          <a:prstGeom prst="rect">
            <a:avLst/>
          </a:prstGeom>
          <a:noFill/>
          <a:ln>
            <a:noFill/>
          </a:ln>
        </p:spPr>
        <p:txBody>
          <a:bodyPr wrap="square" rtlCol="0">
            <a:prstTxWarp prst="textArchUp">
              <a:avLst>
                <a:gd name="adj" fmla="val 5587515"/>
              </a:avLst>
            </a:prstTxWarp>
            <a:spAutoFit/>
          </a:bodyPr>
          <a:lstStyle/>
          <a:p>
            <a:r>
              <a:rPr lang="ms-MY" kern="0" dirty="0">
                <a:ln w="0"/>
                <a:solidFill>
                  <a:schemeClr val="accent6"/>
                </a:solidFill>
                <a:effectLst>
                  <a:outerShdw blurRad="38100" dist="25400" dir="5400000" algn="ctr" rotWithShape="0">
                    <a:srgbClr val="6E747A">
                      <a:alpha val="43000"/>
                    </a:srgbClr>
                  </a:outerShdw>
                </a:effectLst>
                <a:latin typeface="ADLaM Display" panose="02010000000000000000" pitchFamily="2" charset="0"/>
                <a:ea typeface="ADLaM Display" panose="02010000000000000000" pitchFamily="2" charset="0"/>
                <a:cs typeface="ADLaM Display" panose="02010000000000000000" pitchFamily="2" charset="0"/>
                <a:sym typeface="Arial" panose="020B0604020202020204" pitchFamily="34" charset="0"/>
              </a:rPr>
              <a:t>That’s what we are focus on </a:t>
            </a:r>
            <a:endParaRPr lang="en-US" kern="0" dirty="0">
              <a:ln w="0"/>
              <a:solidFill>
                <a:schemeClr val="accent6"/>
              </a:solidFill>
              <a:effectLst>
                <a:outerShdw blurRad="38100" dist="25400" dir="5400000" algn="ctr" rotWithShape="0">
                  <a:srgbClr val="6E747A">
                    <a:alpha val="43000"/>
                  </a:srgbClr>
                </a:outerShdw>
              </a:effectLst>
              <a:latin typeface="ADLaM Display" panose="02010000000000000000" pitchFamily="2" charset="0"/>
              <a:ea typeface="ADLaM Display" panose="02010000000000000000" pitchFamily="2" charset="0"/>
              <a:cs typeface="ADLaM Display" panose="02010000000000000000" pitchFamily="2" charset="0"/>
              <a:sym typeface="Arial" panose="020B0604020202020204" pitchFamily="34" charset="0"/>
            </a:endParaRPr>
          </a:p>
        </p:txBody>
      </p:sp>
    </p:spTree>
    <p:extLst>
      <p:ext uri="{BB962C8B-B14F-4D97-AF65-F5344CB8AC3E}">
        <p14:creationId xmlns:p14="http://schemas.microsoft.com/office/powerpoint/2010/main" val="3974664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8" name="TextBox 287">
            <a:extLst>
              <a:ext uri="{FF2B5EF4-FFF2-40B4-BE49-F238E27FC236}">
                <a16:creationId xmlns:a16="http://schemas.microsoft.com/office/drawing/2014/main" id="{B1EE91B0-6253-DD36-BA79-1939293CEFBD}"/>
              </a:ext>
            </a:extLst>
          </p:cNvPr>
          <p:cNvSpPr txBox="1"/>
          <p:nvPr/>
        </p:nvSpPr>
        <p:spPr>
          <a:xfrm>
            <a:off x="2180709" y="2584455"/>
            <a:ext cx="7830581" cy="1689089"/>
          </a:xfrm>
          <a:prstGeom prst="rect">
            <a:avLst/>
          </a:prstGeom>
          <a:noFill/>
        </p:spPr>
        <p:txBody>
          <a:bodyPr>
            <a:prstTxWarp prst="textWave1">
              <a:avLst/>
            </a:prstTxWarp>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r>
              <a:rPr lang="en-US" sz="5867" kern="0" dirty="0">
                <a:ln>
                  <a:solidFill>
                    <a:srgbClr val="161616"/>
                  </a:solidFill>
                </a:ln>
                <a:solidFill>
                  <a:srgbClr val="006600"/>
                </a:solidFill>
                <a:latin typeface="ADLaM Display" panose="02010000000000000000" pitchFamily="2" charset="0"/>
                <a:ea typeface="ADLaM Display" panose="02010000000000000000" pitchFamily="2" charset="0"/>
                <a:cs typeface="ADLaM Display" panose="02010000000000000000" pitchFamily="2" charset="0"/>
                <a:sym typeface="Arial"/>
              </a:rPr>
              <a:t>How big is the issue?</a:t>
            </a:r>
          </a:p>
        </p:txBody>
      </p:sp>
      <p:sp>
        <p:nvSpPr>
          <p:cNvPr id="22567" name="Google Shape;304;p33">
            <a:extLst>
              <a:ext uri="{FF2B5EF4-FFF2-40B4-BE49-F238E27FC236}">
                <a16:creationId xmlns:a16="http://schemas.microsoft.com/office/drawing/2014/main" id="{208C030A-7355-F2D5-29F9-7484B0C7CE91}"/>
              </a:ext>
            </a:extLst>
          </p:cNvPr>
          <p:cNvSpPr/>
          <p:nvPr/>
        </p:nvSpPr>
        <p:spPr>
          <a:xfrm>
            <a:off x="1428751" y="5626101"/>
            <a:ext cx="2654300"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22568" name="Google Shape;304;p33">
            <a:extLst>
              <a:ext uri="{FF2B5EF4-FFF2-40B4-BE49-F238E27FC236}">
                <a16:creationId xmlns:a16="http://schemas.microsoft.com/office/drawing/2014/main" id="{19C551EF-4804-2B26-4D97-11AF6171D178}"/>
              </a:ext>
            </a:extLst>
          </p:cNvPr>
          <p:cNvSpPr/>
          <p:nvPr/>
        </p:nvSpPr>
        <p:spPr>
          <a:xfrm>
            <a:off x="8983134" y="-1172633"/>
            <a:ext cx="2656417" cy="2654300"/>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Tree>
    <p:extLst>
      <p:ext uri="{BB962C8B-B14F-4D97-AF65-F5344CB8AC3E}">
        <p14:creationId xmlns:p14="http://schemas.microsoft.com/office/powerpoint/2010/main" val="569401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oogle Shape;3649;p62">
            <a:extLst>
              <a:ext uri="{FF2B5EF4-FFF2-40B4-BE49-F238E27FC236}">
                <a16:creationId xmlns:a16="http://schemas.microsoft.com/office/drawing/2014/main" id="{AD51CDAD-0E2D-E46B-4446-BDA8F6DF232C}"/>
              </a:ext>
            </a:extLst>
          </p:cNvPr>
          <p:cNvGrpSpPr/>
          <p:nvPr/>
        </p:nvGrpSpPr>
        <p:grpSpPr>
          <a:xfrm>
            <a:off x="1068380" y="766161"/>
            <a:ext cx="9583298" cy="4934460"/>
            <a:chOff x="233350" y="949250"/>
            <a:chExt cx="7364164" cy="3802300"/>
          </a:xfrm>
          <a:solidFill>
            <a:srgbClr val="D9D9D9">
              <a:alpha val="30196"/>
            </a:srgbClr>
          </a:solidFill>
        </p:grpSpPr>
        <p:sp>
          <p:nvSpPr>
            <p:cNvPr id="3" name="Google Shape;3650;p62">
              <a:extLst>
                <a:ext uri="{FF2B5EF4-FFF2-40B4-BE49-F238E27FC236}">
                  <a16:creationId xmlns:a16="http://schemas.microsoft.com/office/drawing/2014/main" id="{6764D1CB-E350-FC2D-ECAB-A6C535B270AB}"/>
                </a:ext>
              </a:extLst>
            </p:cNvPr>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4" name="Google Shape;3651;p62">
              <a:extLst>
                <a:ext uri="{FF2B5EF4-FFF2-40B4-BE49-F238E27FC236}">
                  <a16:creationId xmlns:a16="http://schemas.microsoft.com/office/drawing/2014/main" id="{B09C6995-02BC-2C73-F0D1-E5B0B66AA6E8}"/>
                </a:ext>
              </a:extLst>
            </p:cNvPr>
            <p:cNvSpPr/>
            <p:nvPr/>
          </p:nvSpPr>
          <p:spPr>
            <a:xfrm>
              <a:off x="3478864" y="99497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dirty="0">
                <a:solidFill>
                  <a:schemeClr val="bg2">
                    <a:lumMod val="10000"/>
                  </a:schemeClr>
                </a:solidFill>
                <a:latin typeface="Arial"/>
                <a:ea typeface="Arial"/>
                <a:cs typeface="Arial"/>
                <a:sym typeface="Arial"/>
              </a:endParaRPr>
            </a:p>
          </p:txBody>
        </p:sp>
        <p:sp>
          <p:nvSpPr>
            <p:cNvPr id="5" name="Google Shape;3652;p62">
              <a:extLst>
                <a:ext uri="{FF2B5EF4-FFF2-40B4-BE49-F238E27FC236}">
                  <a16:creationId xmlns:a16="http://schemas.microsoft.com/office/drawing/2014/main" id="{AC707E24-1DA1-72FD-F63A-7094D843C83D}"/>
                </a:ext>
              </a:extLst>
            </p:cNvPr>
            <p:cNvSpPr/>
            <p:nvPr/>
          </p:nvSpPr>
          <p:spPr>
            <a:xfrm>
              <a:off x="5854428" y="3749519"/>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6" name="Google Shape;3653;p62">
              <a:extLst>
                <a:ext uri="{FF2B5EF4-FFF2-40B4-BE49-F238E27FC236}">
                  <a16:creationId xmlns:a16="http://schemas.microsoft.com/office/drawing/2014/main" id="{D973E62F-F0F0-71C5-40E5-79AFE15BA5BC}"/>
                </a:ext>
              </a:extLst>
            </p:cNvPr>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7" name="Google Shape;3654;p62">
              <a:extLst>
                <a:ext uri="{FF2B5EF4-FFF2-40B4-BE49-F238E27FC236}">
                  <a16:creationId xmlns:a16="http://schemas.microsoft.com/office/drawing/2014/main" id="{BD9B5F51-258A-09A4-7C6F-710355BC53CF}"/>
                </a:ext>
              </a:extLst>
            </p:cNvPr>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8" name="Google Shape;3655;p62">
              <a:extLst>
                <a:ext uri="{FF2B5EF4-FFF2-40B4-BE49-F238E27FC236}">
                  <a16:creationId xmlns:a16="http://schemas.microsoft.com/office/drawing/2014/main" id="{8D62B4B8-7DF8-C212-21FB-0B0A6D95DE2C}"/>
                </a:ext>
              </a:extLst>
            </p:cNvPr>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9" name="Google Shape;3656;p62">
              <a:extLst>
                <a:ext uri="{FF2B5EF4-FFF2-40B4-BE49-F238E27FC236}">
                  <a16:creationId xmlns:a16="http://schemas.microsoft.com/office/drawing/2014/main" id="{61D35E87-F3DD-590B-D9CA-C913D052422F}"/>
                </a:ext>
              </a:extLst>
            </p:cNvPr>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0" name="Google Shape;3657;p62">
              <a:extLst>
                <a:ext uri="{FF2B5EF4-FFF2-40B4-BE49-F238E27FC236}">
                  <a16:creationId xmlns:a16="http://schemas.microsoft.com/office/drawing/2014/main" id="{A8FF3571-08F1-5EC2-81E6-DD9A76702A80}"/>
                </a:ext>
              </a:extLst>
            </p:cNvPr>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1" name="Google Shape;3658;p62">
              <a:extLst>
                <a:ext uri="{FF2B5EF4-FFF2-40B4-BE49-F238E27FC236}">
                  <a16:creationId xmlns:a16="http://schemas.microsoft.com/office/drawing/2014/main" id="{F7ED1660-94EC-1F94-B796-A93CF774B2C7}"/>
                </a:ext>
              </a:extLst>
            </p:cNvPr>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2" name="Google Shape;3659;p62">
              <a:extLst>
                <a:ext uri="{FF2B5EF4-FFF2-40B4-BE49-F238E27FC236}">
                  <a16:creationId xmlns:a16="http://schemas.microsoft.com/office/drawing/2014/main" id="{353405BA-6E11-54A5-52CE-CC4FB185403F}"/>
                </a:ext>
              </a:extLst>
            </p:cNvPr>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3" name="Google Shape;3660;p62">
              <a:extLst>
                <a:ext uri="{FF2B5EF4-FFF2-40B4-BE49-F238E27FC236}">
                  <a16:creationId xmlns:a16="http://schemas.microsoft.com/office/drawing/2014/main" id="{C8E70F63-C424-423C-F58E-6A62ED017520}"/>
                </a:ext>
              </a:extLst>
            </p:cNvPr>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4" name="Google Shape;3661;p62">
              <a:extLst>
                <a:ext uri="{FF2B5EF4-FFF2-40B4-BE49-F238E27FC236}">
                  <a16:creationId xmlns:a16="http://schemas.microsoft.com/office/drawing/2014/main" id="{E081C157-FE27-B387-1451-2D2391365088}"/>
                </a:ext>
              </a:extLst>
            </p:cNvPr>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5" name="Google Shape;3662;p62">
              <a:extLst>
                <a:ext uri="{FF2B5EF4-FFF2-40B4-BE49-F238E27FC236}">
                  <a16:creationId xmlns:a16="http://schemas.microsoft.com/office/drawing/2014/main" id="{DE22E035-C8AE-5DA7-5ADF-2377D51C3F53}"/>
                </a:ext>
              </a:extLst>
            </p:cNvPr>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6" name="Google Shape;3663;p62">
              <a:extLst>
                <a:ext uri="{FF2B5EF4-FFF2-40B4-BE49-F238E27FC236}">
                  <a16:creationId xmlns:a16="http://schemas.microsoft.com/office/drawing/2014/main" id="{C17B1C9B-682C-0FFF-9ABE-894D2628A084}"/>
                </a:ext>
              </a:extLst>
            </p:cNvPr>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7" name="Google Shape;3664;p62">
              <a:extLst>
                <a:ext uri="{FF2B5EF4-FFF2-40B4-BE49-F238E27FC236}">
                  <a16:creationId xmlns:a16="http://schemas.microsoft.com/office/drawing/2014/main" id="{C012831A-BF6E-2D38-12D7-1CE9CC569F9E}"/>
                </a:ext>
              </a:extLst>
            </p:cNvPr>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8" name="Google Shape;3665;p62">
              <a:extLst>
                <a:ext uri="{FF2B5EF4-FFF2-40B4-BE49-F238E27FC236}">
                  <a16:creationId xmlns:a16="http://schemas.microsoft.com/office/drawing/2014/main" id="{9771F324-6831-9158-5D13-FA4E47A60CC3}"/>
                </a:ext>
              </a:extLst>
            </p:cNvPr>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19" name="Google Shape;3666;p62">
              <a:extLst>
                <a:ext uri="{FF2B5EF4-FFF2-40B4-BE49-F238E27FC236}">
                  <a16:creationId xmlns:a16="http://schemas.microsoft.com/office/drawing/2014/main" id="{A3AAC848-E241-FBA9-06DC-938132CC3E38}"/>
                </a:ext>
              </a:extLst>
            </p:cNvPr>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0" name="Google Shape;3667;p62">
              <a:extLst>
                <a:ext uri="{FF2B5EF4-FFF2-40B4-BE49-F238E27FC236}">
                  <a16:creationId xmlns:a16="http://schemas.microsoft.com/office/drawing/2014/main" id="{39522E6E-C8C1-1135-990B-9048ACE82194}"/>
                </a:ext>
              </a:extLst>
            </p:cNvPr>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1" name="Google Shape;3668;p62">
              <a:extLst>
                <a:ext uri="{FF2B5EF4-FFF2-40B4-BE49-F238E27FC236}">
                  <a16:creationId xmlns:a16="http://schemas.microsoft.com/office/drawing/2014/main" id="{02C7085B-8F4D-8644-1407-A182E896DAD2}"/>
                </a:ext>
              </a:extLst>
            </p:cNvPr>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2" name="Google Shape;3669;p62">
              <a:extLst>
                <a:ext uri="{FF2B5EF4-FFF2-40B4-BE49-F238E27FC236}">
                  <a16:creationId xmlns:a16="http://schemas.microsoft.com/office/drawing/2014/main" id="{184709B1-83C1-D8AC-E35E-9DF2B2902119}"/>
                </a:ext>
              </a:extLst>
            </p:cNvPr>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 name="Google Shape;3670;p62">
              <a:extLst>
                <a:ext uri="{FF2B5EF4-FFF2-40B4-BE49-F238E27FC236}">
                  <a16:creationId xmlns:a16="http://schemas.microsoft.com/office/drawing/2014/main" id="{3B1A0C94-54A2-DBFD-52B8-AA9770F0343B}"/>
                </a:ext>
              </a:extLst>
            </p:cNvPr>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4" name="Google Shape;3671;p62">
              <a:extLst>
                <a:ext uri="{FF2B5EF4-FFF2-40B4-BE49-F238E27FC236}">
                  <a16:creationId xmlns:a16="http://schemas.microsoft.com/office/drawing/2014/main" id="{C4FBA117-7FCB-1733-4AD0-2314947C938D}"/>
                </a:ext>
              </a:extLst>
            </p:cNvPr>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5" name="Google Shape;3672;p62">
              <a:extLst>
                <a:ext uri="{FF2B5EF4-FFF2-40B4-BE49-F238E27FC236}">
                  <a16:creationId xmlns:a16="http://schemas.microsoft.com/office/drawing/2014/main" id="{9E3CE05D-9240-4945-0FDB-50DECDB22EE8}"/>
                </a:ext>
              </a:extLst>
            </p:cNvPr>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6" name="Google Shape;3673;p62">
              <a:extLst>
                <a:ext uri="{FF2B5EF4-FFF2-40B4-BE49-F238E27FC236}">
                  <a16:creationId xmlns:a16="http://schemas.microsoft.com/office/drawing/2014/main" id="{3F54B417-26B4-47EE-901A-5758A82684FE}"/>
                </a:ext>
              </a:extLst>
            </p:cNvPr>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 name="Google Shape;3674;p62">
              <a:extLst>
                <a:ext uri="{FF2B5EF4-FFF2-40B4-BE49-F238E27FC236}">
                  <a16:creationId xmlns:a16="http://schemas.microsoft.com/office/drawing/2014/main" id="{5C58E480-FAC9-807F-4A1D-15DCD06DE206}"/>
                </a:ext>
              </a:extLst>
            </p:cNvPr>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 name="Google Shape;3675;p62">
              <a:extLst>
                <a:ext uri="{FF2B5EF4-FFF2-40B4-BE49-F238E27FC236}">
                  <a16:creationId xmlns:a16="http://schemas.microsoft.com/office/drawing/2014/main" id="{8855B627-BCA4-4542-968D-3429479EC755}"/>
                </a:ext>
              </a:extLst>
            </p:cNvPr>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 name="Google Shape;3676;p62">
              <a:extLst>
                <a:ext uri="{FF2B5EF4-FFF2-40B4-BE49-F238E27FC236}">
                  <a16:creationId xmlns:a16="http://schemas.microsoft.com/office/drawing/2014/main" id="{81690512-5A1F-12DE-D7FF-F8266B5CD36A}"/>
                </a:ext>
              </a:extLst>
            </p:cNvPr>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 name="Google Shape;3677;p62">
              <a:extLst>
                <a:ext uri="{FF2B5EF4-FFF2-40B4-BE49-F238E27FC236}">
                  <a16:creationId xmlns:a16="http://schemas.microsoft.com/office/drawing/2014/main" id="{FF769670-4234-317B-0543-EBB0666A183B}"/>
                </a:ext>
              </a:extLst>
            </p:cNvPr>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1" name="Google Shape;3678;p62">
              <a:extLst>
                <a:ext uri="{FF2B5EF4-FFF2-40B4-BE49-F238E27FC236}">
                  <a16:creationId xmlns:a16="http://schemas.microsoft.com/office/drawing/2014/main" id="{6D13CEEF-3040-1701-A4EB-D5379EB6829E}"/>
                </a:ext>
              </a:extLst>
            </p:cNvPr>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24" name="Google Shape;3679;p62">
              <a:extLst>
                <a:ext uri="{FF2B5EF4-FFF2-40B4-BE49-F238E27FC236}">
                  <a16:creationId xmlns:a16="http://schemas.microsoft.com/office/drawing/2014/main" id="{88DF94CC-5450-9BCF-E555-0D19C916B996}"/>
                </a:ext>
              </a:extLst>
            </p:cNvPr>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25" name="Google Shape;3680;p62">
              <a:extLst>
                <a:ext uri="{FF2B5EF4-FFF2-40B4-BE49-F238E27FC236}">
                  <a16:creationId xmlns:a16="http://schemas.microsoft.com/office/drawing/2014/main" id="{0E1114FD-76E9-7D38-0B46-DB9A21ABC63F}"/>
                </a:ext>
              </a:extLst>
            </p:cNvPr>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26" name="Google Shape;3681;p62">
              <a:extLst>
                <a:ext uri="{FF2B5EF4-FFF2-40B4-BE49-F238E27FC236}">
                  <a16:creationId xmlns:a16="http://schemas.microsoft.com/office/drawing/2014/main" id="{1AC7BEAA-B03E-0CFF-3F1C-75DB3253DAD6}"/>
                </a:ext>
              </a:extLst>
            </p:cNvPr>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27" name="Google Shape;3682;p62">
              <a:extLst>
                <a:ext uri="{FF2B5EF4-FFF2-40B4-BE49-F238E27FC236}">
                  <a16:creationId xmlns:a16="http://schemas.microsoft.com/office/drawing/2014/main" id="{6217A027-1A06-D361-7873-ECDB2BC2B99A}"/>
                </a:ext>
              </a:extLst>
            </p:cNvPr>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dirty="0">
                <a:solidFill>
                  <a:schemeClr val="bg2">
                    <a:lumMod val="10000"/>
                  </a:schemeClr>
                </a:solidFill>
                <a:latin typeface="Arial"/>
                <a:ea typeface="Arial"/>
                <a:cs typeface="Arial"/>
                <a:sym typeface="Arial"/>
              </a:endParaRPr>
            </a:p>
          </p:txBody>
        </p:sp>
        <p:sp>
          <p:nvSpPr>
            <p:cNvPr id="228" name="Google Shape;3683;p62">
              <a:extLst>
                <a:ext uri="{FF2B5EF4-FFF2-40B4-BE49-F238E27FC236}">
                  <a16:creationId xmlns:a16="http://schemas.microsoft.com/office/drawing/2014/main" id="{FDBED5E4-DEDC-B6D1-1168-C031D7C4CB74}"/>
                </a:ext>
              </a:extLst>
            </p:cNvPr>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29" name="Google Shape;3684;p62">
              <a:extLst>
                <a:ext uri="{FF2B5EF4-FFF2-40B4-BE49-F238E27FC236}">
                  <a16:creationId xmlns:a16="http://schemas.microsoft.com/office/drawing/2014/main" id="{69F980E9-CFEF-7161-EA75-E45E0E1E4B73}"/>
                </a:ext>
              </a:extLst>
            </p:cNvPr>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0" name="Google Shape;3685;p62">
              <a:extLst>
                <a:ext uri="{FF2B5EF4-FFF2-40B4-BE49-F238E27FC236}">
                  <a16:creationId xmlns:a16="http://schemas.microsoft.com/office/drawing/2014/main" id="{D76D0700-E752-4E28-1805-8FB049848547}"/>
                </a:ext>
              </a:extLst>
            </p:cNvPr>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1" name="Google Shape;3686;p62">
              <a:extLst>
                <a:ext uri="{FF2B5EF4-FFF2-40B4-BE49-F238E27FC236}">
                  <a16:creationId xmlns:a16="http://schemas.microsoft.com/office/drawing/2014/main" id="{060FB61E-C20F-314C-8A0A-78A19C980CF8}"/>
                </a:ext>
              </a:extLst>
            </p:cNvPr>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2" name="Google Shape;3687;p62">
              <a:extLst>
                <a:ext uri="{FF2B5EF4-FFF2-40B4-BE49-F238E27FC236}">
                  <a16:creationId xmlns:a16="http://schemas.microsoft.com/office/drawing/2014/main" id="{778E77D9-4749-D968-3F94-A0FCD72A7B6E}"/>
                </a:ext>
              </a:extLst>
            </p:cNvPr>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3" name="Google Shape;3688;p62">
              <a:extLst>
                <a:ext uri="{FF2B5EF4-FFF2-40B4-BE49-F238E27FC236}">
                  <a16:creationId xmlns:a16="http://schemas.microsoft.com/office/drawing/2014/main" id="{F523EE87-347D-BA7E-B2B2-C5FC76E69E2C}"/>
                </a:ext>
              </a:extLst>
            </p:cNvPr>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4" name="Google Shape;3689;p62">
              <a:extLst>
                <a:ext uri="{FF2B5EF4-FFF2-40B4-BE49-F238E27FC236}">
                  <a16:creationId xmlns:a16="http://schemas.microsoft.com/office/drawing/2014/main" id="{3DC88C04-E7EA-5FB8-736A-E7BE3A81ADA7}"/>
                </a:ext>
              </a:extLst>
            </p:cNvPr>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5" name="Google Shape;3690;p62">
              <a:extLst>
                <a:ext uri="{FF2B5EF4-FFF2-40B4-BE49-F238E27FC236}">
                  <a16:creationId xmlns:a16="http://schemas.microsoft.com/office/drawing/2014/main" id="{09C35BF3-3C10-BA2D-32B1-4035CAB05D12}"/>
                </a:ext>
              </a:extLst>
            </p:cNvPr>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6" name="Google Shape;3691;p62">
              <a:extLst>
                <a:ext uri="{FF2B5EF4-FFF2-40B4-BE49-F238E27FC236}">
                  <a16:creationId xmlns:a16="http://schemas.microsoft.com/office/drawing/2014/main" id="{3C308C15-BE53-EDA9-7860-F13F341F677F}"/>
                </a:ext>
              </a:extLst>
            </p:cNvPr>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7" name="Google Shape;3692;p62">
              <a:extLst>
                <a:ext uri="{FF2B5EF4-FFF2-40B4-BE49-F238E27FC236}">
                  <a16:creationId xmlns:a16="http://schemas.microsoft.com/office/drawing/2014/main" id="{AB5AADD2-51F3-BB83-7C36-D5C964A28042}"/>
                </a:ext>
              </a:extLst>
            </p:cNvPr>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8" name="Google Shape;3693;p62">
              <a:extLst>
                <a:ext uri="{FF2B5EF4-FFF2-40B4-BE49-F238E27FC236}">
                  <a16:creationId xmlns:a16="http://schemas.microsoft.com/office/drawing/2014/main" id="{F10AC106-0B2F-B121-DF22-331735150807}"/>
                </a:ext>
              </a:extLst>
            </p:cNvPr>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39" name="Google Shape;3694;p62">
              <a:extLst>
                <a:ext uri="{FF2B5EF4-FFF2-40B4-BE49-F238E27FC236}">
                  <a16:creationId xmlns:a16="http://schemas.microsoft.com/office/drawing/2014/main" id="{79DD2A8E-F747-795F-1614-05B13AA163D2}"/>
                </a:ext>
              </a:extLst>
            </p:cNvPr>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40" name="Google Shape;3695;p62">
              <a:extLst>
                <a:ext uri="{FF2B5EF4-FFF2-40B4-BE49-F238E27FC236}">
                  <a16:creationId xmlns:a16="http://schemas.microsoft.com/office/drawing/2014/main" id="{82EF31EB-E856-488F-7AED-AFA0BB9163F4}"/>
                </a:ext>
              </a:extLst>
            </p:cNvPr>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41" name="Google Shape;3696;p62">
              <a:extLst>
                <a:ext uri="{FF2B5EF4-FFF2-40B4-BE49-F238E27FC236}">
                  <a16:creationId xmlns:a16="http://schemas.microsoft.com/office/drawing/2014/main" id="{3C5E5AF1-3EF1-B2F7-59A6-8DC705BE986D}"/>
                </a:ext>
              </a:extLst>
            </p:cNvPr>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42" name="Google Shape;3697;p62">
              <a:extLst>
                <a:ext uri="{FF2B5EF4-FFF2-40B4-BE49-F238E27FC236}">
                  <a16:creationId xmlns:a16="http://schemas.microsoft.com/office/drawing/2014/main" id="{0C59C840-1FAD-5FC7-B3FE-1A7F0014DD6F}"/>
                </a:ext>
              </a:extLst>
            </p:cNvPr>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43" name="Google Shape;3698;p62">
              <a:extLst>
                <a:ext uri="{FF2B5EF4-FFF2-40B4-BE49-F238E27FC236}">
                  <a16:creationId xmlns:a16="http://schemas.microsoft.com/office/drawing/2014/main" id="{6FA9B50E-1A97-6130-D20D-28CA5C642AC3}"/>
                </a:ext>
              </a:extLst>
            </p:cNvPr>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44" name="Google Shape;3699;p62">
              <a:extLst>
                <a:ext uri="{FF2B5EF4-FFF2-40B4-BE49-F238E27FC236}">
                  <a16:creationId xmlns:a16="http://schemas.microsoft.com/office/drawing/2014/main" id="{6393712B-BACB-422D-4229-1F4457E6BD38}"/>
                </a:ext>
              </a:extLst>
            </p:cNvPr>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45" name="Google Shape;3700;p62">
              <a:extLst>
                <a:ext uri="{FF2B5EF4-FFF2-40B4-BE49-F238E27FC236}">
                  <a16:creationId xmlns:a16="http://schemas.microsoft.com/office/drawing/2014/main" id="{8AE12312-7D33-6CDE-086C-2538BB17E670}"/>
                </a:ext>
              </a:extLst>
            </p:cNvPr>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grpSp>
      <p:sp>
        <p:nvSpPr>
          <p:cNvPr id="24579" name="TextBox 246">
            <a:extLst>
              <a:ext uri="{FF2B5EF4-FFF2-40B4-BE49-F238E27FC236}">
                <a16:creationId xmlns:a16="http://schemas.microsoft.com/office/drawing/2014/main" id="{E26D1360-263C-15FA-6BD7-F8E3E2F0704C}"/>
              </a:ext>
            </a:extLst>
          </p:cNvPr>
          <p:cNvSpPr txBox="1">
            <a:spLocks noChangeArrowheads="1"/>
          </p:cNvSpPr>
          <p:nvPr/>
        </p:nvSpPr>
        <p:spPr bwMode="auto">
          <a:xfrm>
            <a:off x="7294034" y="6445251"/>
            <a:ext cx="5001684" cy="338554"/>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defRPr/>
            </a:pPr>
            <a:r>
              <a:rPr lang="en-US" altLang="ar-SA" sz="1600">
                <a:solidFill>
                  <a:schemeClr val="bg2">
                    <a:lumMod val="10000"/>
                  </a:schemeClr>
                </a:solidFill>
              </a:rPr>
              <a:t>National Center for Drug Abuse Statistics (NCDAS)</a:t>
            </a:r>
          </a:p>
        </p:txBody>
      </p:sp>
      <p:sp>
        <p:nvSpPr>
          <p:cNvPr id="24580" name="TextBox 251">
            <a:extLst>
              <a:ext uri="{FF2B5EF4-FFF2-40B4-BE49-F238E27FC236}">
                <a16:creationId xmlns:a16="http://schemas.microsoft.com/office/drawing/2014/main" id="{A90657D0-1F84-7F87-AEB6-12FD47A4D996}"/>
              </a:ext>
            </a:extLst>
          </p:cNvPr>
          <p:cNvSpPr txBox="1">
            <a:spLocks noChangeArrowheads="1"/>
          </p:cNvSpPr>
          <p:nvPr/>
        </p:nvSpPr>
        <p:spPr bwMode="auto">
          <a:xfrm>
            <a:off x="3587752" y="817034"/>
            <a:ext cx="2660649" cy="1107996"/>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buClr>
                <a:srgbClr val="1F2892"/>
              </a:buClr>
              <a:buSzPts val="6000"/>
              <a:defRPr/>
            </a:pPr>
            <a:r>
              <a:rPr lang="en-US" altLang="ar-SA" sz="6600" dirty="0">
                <a:solidFill>
                  <a:schemeClr val="bg2">
                    <a:lumMod val="10000"/>
                  </a:schemeClr>
                </a:solidFill>
                <a:latin typeface="Besley" charset="0"/>
                <a:cs typeface="Besley" charset="0"/>
                <a:sym typeface="Besley" charset="0"/>
              </a:rPr>
              <a:t>50%</a:t>
            </a:r>
          </a:p>
        </p:txBody>
      </p:sp>
      <p:sp>
        <p:nvSpPr>
          <p:cNvPr id="24581" name="TextBox 252">
            <a:extLst>
              <a:ext uri="{FF2B5EF4-FFF2-40B4-BE49-F238E27FC236}">
                <a16:creationId xmlns:a16="http://schemas.microsoft.com/office/drawing/2014/main" id="{73CB2A28-66BF-ACC9-5315-F26EA7F899DF}"/>
              </a:ext>
            </a:extLst>
          </p:cNvPr>
          <p:cNvSpPr txBox="1">
            <a:spLocks noChangeArrowheads="1"/>
          </p:cNvSpPr>
          <p:nvPr/>
        </p:nvSpPr>
        <p:spPr bwMode="auto">
          <a:xfrm>
            <a:off x="2548467" y="1775885"/>
            <a:ext cx="4233333" cy="1229783"/>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00" dirty="0">
                <a:solidFill>
                  <a:schemeClr val="bg2">
                    <a:lumMod val="10000"/>
                  </a:schemeClr>
                </a:solidFill>
                <a:latin typeface="Aptos Display" panose="020B0004020202020204" pitchFamily="34" charset="0"/>
              </a:rPr>
              <a:t> 138.543 million of people aged 12 and over have illicitly used drugs in their lifetime.</a:t>
            </a:r>
            <a:endParaRPr lang="en-US" altLang="ar-SA" sz="2400" b="1" dirty="0">
              <a:solidFill>
                <a:schemeClr val="bg2">
                  <a:lumMod val="10000"/>
                </a:schemeClr>
              </a:solidFill>
              <a:latin typeface="Aptos Display" panose="020B0004020202020204" pitchFamily="34" charset="0"/>
            </a:endParaRPr>
          </a:p>
        </p:txBody>
      </p:sp>
      <p:sp>
        <p:nvSpPr>
          <p:cNvPr id="24582" name="TextBox 253">
            <a:extLst>
              <a:ext uri="{FF2B5EF4-FFF2-40B4-BE49-F238E27FC236}">
                <a16:creationId xmlns:a16="http://schemas.microsoft.com/office/drawing/2014/main" id="{1834619B-A4A3-D44F-0AF9-B0B8E4A1C90F}"/>
              </a:ext>
            </a:extLst>
          </p:cNvPr>
          <p:cNvSpPr txBox="1">
            <a:spLocks noChangeArrowheads="1"/>
          </p:cNvSpPr>
          <p:nvPr/>
        </p:nvSpPr>
        <p:spPr bwMode="auto">
          <a:xfrm>
            <a:off x="7440085" y="2730501"/>
            <a:ext cx="2855383" cy="1107996"/>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buClr>
                <a:srgbClr val="1F2892"/>
              </a:buClr>
              <a:buSzPts val="6000"/>
              <a:defRPr/>
            </a:pPr>
            <a:r>
              <a:rPr lang="en-US" altLang="ar-SA" sz="6600" dirty="0">
                <a:solidFill>
                  <a:schemeClr val="bg2">
                    <a:lumMod val="10000"/>
                  </a:schemeClr>
                </a:solidFill>
                <a:latin typeface="Besley" charset="0"/>
                <a:cs typeface="Besley" charset="0"/>
              </a:rPr>
              <a:t>96K+</a:t>
            </a:r>
          </a:p>
        </p:txBody>
      </p:sp>
      <p:sp>
        <p:nvSpPr>
          <p:cNvPr id="24583" name="TextBox 254">
            <a:extLst>
              <a:ext uri="{FF2B5EF4-FFF2-40B4-BE49-F238E27FC236}">
                <a16:creationId xmlns:a16="http://schemas.microsoft.com/office/drawing/2014/main" id="{AB3D3687-6609-B31D-FFA5-42DD9DE8041B}"/>
              </a:ext>
            </a:extLst>
          </p:cNvPr>
          <p:cNvSpPr txBox="1">
            <a:spLocks noChangeArrowheads="1"/>
          </p:cNvSpPr>
          <p:nvPr/>
        </p:nvSpPr>
        <p:spPr bwMode="auto">
          <a:xfrm>
            <a:off x="6625168" y="3761317"/>
            <a:ext cx="4231217" cy="861483"/>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00" dirty="0">
                <a:solidFill>
                  <a:schemeClr val="bg2">
                    <a:lumMod val="10000"/>
                  </a:schemeClr>
                </a:solidFill>
                <a:latin typeface="Aptos Display" panose="020B0004020202020204" pitchFamily="34" charset="0"/>
              </a:rPr>
              <a:t>Over 96,700 people die from drug overdoses annually.</a:t>
            </a:r>
          </a:p>
        </p:txBody>
      </p:sp>
      <p:sp>
        <p:nvSpPr>
          <p:cNvPr id="24584" name="TextBox 255">
            <a:extLst>
              <a:ext uri="{FF2B5EF4-FFF2-40B4-BE49-F238E27FC236}">
                <a16:creationId xmlns:a16="http://schemas.microsoft.com/office/drawing/2014/main" id="{8AF1717F-2C90-EBE0-2D65-CD92A304ADEB}"/>
              </a:ext>
            </a:extLst>
          </p:cNvPr>
          <p:cNvSpPr txBox="1">
            <a:spLocks noChangeArrowheads="1"/>
          </p:cNvSpPr>
          <p:nvPr/>
        </p:nvSpPr>
        <p:spPr bwMode="auto">
          <a:xfrm>
            <a:off x="2561167" y="3697818"/>
            <a:ext cx="2372784" cy="1107996"/>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buClr>
                <a:srgbClr val="1F2892"/>
              </a:buClr>
              <a:buSzPts val="6000"/>
              <a:defRPr/>
            </a:pPr>
            <a:r>
              <a:rPr lang="en-US" altLang="ar-SA" sz="6600" dirty="0">
                <a:solidFill>
                  <a:schemeClr val="bg2">
                    <a:lumMod val="10000"/>
                  </a:schemeClr>
                </a:solidFill>
                <a:latin typeface="Besley" charset="0"/>
                <a:cs typeface="Besley" charset="0"/>
              </a:rPr>
              <a:t>1M</a:t>
            </a:r>
          </a:p>
        </p:txBody>
      </p:sp>
      <p:sp>
        <p:nvSpPr>
          <p:cNvPr id="24585" name="TextBox 256">
            <a:extLst>
              <a:ext uri="{FF2B5EF4-FFF2-40B4-BE49-F238E27FC236}">
                <a16:creationId xmlns:a16="http://schemas.microsoft.com/office/drawing/2014/main" id="{3FFD566F-6AFE-3ECB-5732-2BE171124822}"/>
              </a:ext>
            </a:extLst>
          </p:cNvPr>
          <p:cNvSpPr txBox="1">
            <a:spLocks noChangeArrowheads="1"/>
          </p:cNvSpPr>
          <p:nvPr/>
        </p:nvSpPr>
        <p:spPr bwMode="auto">
          <a:xfrm>
            <a:off x="2116089" y="4650770"/>
            <a:ext cx="4233333" cy="1231900"/>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00" dirty="0">
                <a:solidFill>
                  <a:schemeClr val="bg2">
                    <a:lumMod val="10000"/>
                  </a:schemeClr>
                </a:solidFill>
                <a:latin typeface="Aptos Display" panose="020B0004020202020204" pitchFamily="34" charset="0"/>
              </a:rPr>
              <a:t>Drug overdoses have killed almost a million people since 1999.</a:t>
            </a:r>
          </a:p>
        </p:txBody>
      </p:sp>
      <p:grpSp>
        <p:nvGrpSpPr>
          <p:cNvPr id="285" name="Google Shape;1027;p51">
            <a:extLst>
              <a:ext uri="{FF2B5EF4-FFF2-40B4-BE49-F238E27FC236}">
                <a16:creationId xmlns:a16="http://schemas.microsoft.com/office/drawing/2014/main" id="{CADABA88-248C-299B-5D64-6C1AB136EDA7}"/>
              </a:ext>
            </a:extLst>
          </p:cNvPr>
          <p:cNvGrpSpPr/>
          <p:nvPr/>
        </p:nvGrpSpPr>
        <p:grpSpPr>
          <a:xfrm>
            <a:off x="6548725" y="972535"/>
            <a:ext cx="1160627" cy="1467775"/>
            <a:chOff x="6865162" y="3441509"/>
            <a:chExt cx="283824" cy="419008"/>
          </a:xfrm>
          <a:solidFill>
            <a:schemeClr val="bg2">
              <a:lumMod val="10000"/>
            </a:schemeClr>
          </a:solidFill>
        </p:grpSpPr>
        <p:sp>
          <p:nvSpPr>
            <p:cNvPr id="286" name="Google Shape;1028;p51">
              <a:extLst>
                <a:ext uri="{FF2B5EF4-FFF2-40B4-BE49-F238E27FC236}">
                  <a16:creationId xmlns:a16="http://schemas.microsoft.com/office/drawing/2014/main" id="{AA08BEF4-B9BF-C47E-313E-5BBE4F2F1DA2}"/>
                </a:ext>
              </a:extLst>
            </p:cNvPr>
            <p:cNvSpPr/>
            <p:nvPr/>
          </p:nvSpPr>
          <p:spPr>
            <a:xfrm>
              <a:off x="6893334" y="3441509"/>
              <a:ext cx="255652" cy="419008"/>
            </a:xfrm>
            <a:custGeom>
              <a:avLst/>
              <a:gdLst/>
              <a:ahLst/>
              <a:cxnLst/>
              <a:rect l="l" t="t" r="r" b="b"/>
              <a:pathLst>
                <a:path w="10944" h="17937" extrusionOk="0">
                  <a:moveTo>
                    <a:pt x="1582" y="9209"/>
                  </a:moveTo>
                  <a:cubicBezTo>
                    <a:pt x="1596" y="9209"/>
                    <a:pt x="1611" y="9210"/>
                    <a:pt x="1626" y="9213"/>
                  </a:cubicBezTo>
                  <a:cubicBezTo>
                    <a:pt x="1696" y="9213"/>
                    <a:pt x="1766" y="9231"/>
                    <a:pt x="1836" y="9301"/>
                  </a:cubicBezTo>
                  <a:cubicBezTo>
                    <a:pt x="1941" y="9406"/>
                    <a:pt x="1941" y="9598"/>
                    <a:pt x="1836" y="9703"/>
                  </a:cubicBezTo>
                  <a:lnTo>
                    <a:pt x="1294" y="10245"/>
                  </a:lnTo>
                  <a:cubicBezTo>
                    <a:pt x="1233" y="10295"/>
                    <a:pt x="1168" y="10316"/>
                    <a:pt x="1106" y="10316"/>
                  </a:cubicBezTo>
                  <a:cubicBezTo>
                    <a:pt x="883" y="10316"/>
                    <a:pt x="701" y="10044"/>
                    <a:pt x="892" y="9825"/>
                  </a:cubicBezTo>
                  <a:lnTo>
                    <a:pt x="875" y="9825"/>
                  </a:lnTo>
                  <a:lnTo>
                    <a:pt x="1399" y="9301"/>
                  </a:lnTo>
                  <a:cubicBezTo>
                    <a:pt x="1443" y="9243"/>
                    <a:pt x="1510" y="9209"/>
                    <a:pt x="1582" y="9209"/>
                  </a:cubicBezTo>
                  <a:close/>
                  <a:moveTo>
                    <a:pt x="2168" y="10105"/>
                  </a:moveTo>
                  <a:lnTo>
                    <a:pt x="3549" y="11469"/>
                  </a:lnTo>
                  <a:cubicBezTo>
                    <a:pt x="3392" y="11661"/>
                    <a:pt x="3252" y="11853"/>
                    <a:pt x="3130" y="12045"/>
                  </a:cubicBezTo>
                  <a:lnTo>
                    <a:pt x="1679" y="10594"/>
                  </a:lnTo>
                  <a:lnTo>
                    <a:pt x="2168" y="10105"/>
                  </a:lnTo>
                  <a:close/>
                  <a:moveTo>
                    <a:pt x="4930" y="1"/>
                  </a:moveTo>
                  <a:cubicBezTo>
                    <a:pt x="3829" y="18"/>
                    <a:pt x="3707" y="1592"/>
                    <a:pt x="4773" y="1784"/>
                  </a:cubicBezTo>
                  <a:lnTo>
                    <a:pt x="4773" y="3567"/>
                  </a:lnTo>
                  <a:cubicBezTo>
                    <a:pt x="4773" y="3742"/>
                    <a:pt x="4908" y="3829"/>
                    <a:pt x="5044" y="3829"/>
                  </a:cubicBezTo>
                  <a:cubicBezTo>
                    <a:pt x="5179" y="3829"/>
                    <a:pt x="5315" y="3742"/>
                    <a:pt x="5315" y="3567"/>
                  </a:cubicBezTo>
                  <a:lnTo>
                    <a:pt x="5315" y="1801"/>
                  </a:lnTo>
                  <a:lnTo>
                    <a:pt x="7675" y="1801"/>
                  </a:lnTo>
                  <a:lnTo>
                    <a:pt x="7675" y="8095"/>
                  </a:lnTo>
                  <a:cubicBezTo>
                    <a:pt x="7675" y="8304"/>
                    <a:pt x="7850" y="8479"/>
                    <a:pt x="8059" y="8479"/>
                  </a:cubicBezTo>
                  <a:cubicBezTo>
                    <a:pt x="8070" y="8479"/>
                    <a:pt x="8081" y="8478"/>
                    <a:pt x="8092" y="8478"/>
                  </a:cubicBezTo>
                  <a:cubicBezTo>
                    <a:pt x="8568" y="8478"/>
                    <a:pt x="8573" y="9216"/>
                    <a:pt x="8107" y="9216"/>
                  </a:cubicBezTo>
                  <a:cubicBezTo>
                    <a:pt x="8091" y="9216"/>
                    <a:pt x="8076" y="9215"/>
                    <a:pt x="8059" y="9213"/>
                  </a:cubicBezTo>
                  <a:cubicBezTo>
                    <a:pt x="7850" y="9213"/>
                    <a:pt x="7675" y="9388"/>
                    <a:pt x="7675" y="9598"/>
                  </a:cubicBezTo>
                  <a:lnTo>
                    <a:pt x="7675" y="9878"/>
                  </a:lnTo>
                  <a:cubicBezTo>
                    <a:pt x="7675" y="10420"/>
                    <a:pt x="7937" y="10944"/>
                    <a:pt x="8392" y="11259"/>
                  </a:cubicBezTo>
                  <a:cubicBezTo>
                    <a:pt x="9178" y="11801"/>
                    <a:pt x="9685" y="12622"/>
                    <a:pt x="9825" y="13549"/>
                  </a:cubicBezTo>
                  <a:cubicBezTo>
                    <a:pt x="9563" y="13584"/>
                    <a:pt x="9318" y="13671"/>
                    <a:pt x="9091" y="13811"/>
                  </a:cubicBezTo>
                  <a:cubicBezTo>
                    <a:pt x="8846" y="13951"/>
                    <a:pt x="8575" y="14021"/>
                    <a:pt x="8304" y="14021"/>
                  </a:cubicBezTo>
                  <a:cubicBezTo>
                    <a:pt x="8033" y="14021"/>
                    <a:pt x="7762" y="13951"/>
                    <a:pt x="7518" y="13811"/>
                  </a:cubicBezTo>
                  <a:cubicBezTo>
                    <a:pt x="7203" y="13627"/>
                    <a:pt x="6849" y="13536"/>
                    <a:pt x="6493" y="13536"/>
                  </a:cubicBezTo>
                  <a:cubicBezTo>
                    <a:pt x="6137" y="13536"/>
                    <a:pt x="5778" y="13627"/>
                    <a:pt x="5455" y="13811"/>
                  </a:cubicBezTo>
                  <a:cubicBezTo>
                    <a:pt x="5219" y="13951"/>
                    <a:pt x="4948" y="14021"/>
                    <a:pt x="4677" y="14021"/>
                  </a:cubicBezTo>
                  <a:cubicBezTo>
                    <a:pt x="4406" y="14021"/>
                    <a:pt x="4135" y="13951"/>
                    <a:pt x="3899" y="13811"/>
                  </a:cubicBezTo>
                  <a:cubicBezTo>
                    <a:pt x="3672" y="13671"/>
                    <a:pt x="3409" y="13584"/>
                    <a:pt x="3165" y="13549"/>
                  </a:cubicBezTo>
                  <a:cubicBezTo>
                    <a:pt x="3287" y="12622"/>
                    <a:pt x="3812" y="11801"/>
                    <a:pt x="4563" y="11276"/>
                  </a:cubicBezTo>
                  <a:cubicBezTo>
                    <a:pt x="5035" y="10962"/>
                    <a:pt x="5297" y="10437"/>
                    <a:pt x="5297" y="9878"/>
                  </a:cubicBezTo>
                  <a:lnTo>
                    <a:pt x="5297" y="9598"/>
                  </a:lnTo>
                  <a:cubicBezTo>
                    <a:pt x="5297" y="9388"/>
                    <a:pt x="5140" y="9213"/>
                    <a:pt x="4930" y="9213"/>
                  </a:cubicBezTo>
                  <a:cubicBezTo>
                    <a:pt x="4914" y="9215"/>
                    <a:pt x="4897" y="9216"/>
                    <a:pt x="4882" y="9216"/>
                  </a:cubicBezTo>
                  <a:cubicBezTo>
                    <a:pt x="4400" y="9216"/>
                    <a:pt x="4405" y="8478"/>
                    <a:pt x="4897" y="8478"/>
                  </a:cubicBezTo>
                  <a:cubicBezTo>
                    <a:pt x="4908" y="8478"/>
                    <a:pt x="4919" y="8479"/>
                    <a:pt x="4930" y="8479"/>
                  </a:cubicBezTo>
                  <a:cubicBezTo>
                    <a:pt x="5140" y="8479"/>
                    <a:pt x="5315" y="8304"/>
                    <a:pt x="5297" y="8095"/>
                  </a:cubicBezTo>
                  <a:lnTo>
                    <a:pt x="5297" y="4703"/>
                  </a:lnTo>
                  <a:cubicBezTo>
                    <a:pt x="5297" y="4528"/>
                    <a:pt x="5166" y="4441"/>
                    <a:pt x="5035" y="4441"/>
                  </a:cubicBezTo>
                  <a:cubicBezTo>
                    <a:pt x="4904" y="4441"/>
                    <a:pt x="4773" y="4528"/>
                    <a:pt x="4773" y="4703"/>
                  </a:cubicBezTo>
                  <a:lnTo>
                    <a:pt x="4773" y="7972"/>
                  </a:lnTo>
                  <a:cubicBezTo>
                    <a:pt x="3777" y="8130"/>
                    <a:pt x="3777" y="9563"/>
                    <a:pt x="4773" y="9738"/>
                  </a:cubicBezTo>
                  <a:lnTo>
                    <a:pt x="4773" y="9878"/>
                  </a:lnTo>
                  <a:cubicBezTo>
                    <a:pt x="4773" y="10262"/>
                    <a:pt x="4581" y="10612"/>
                    <a:pt x="4266" y="10839"/>
                  </a:cubicBezTo>
                  <a:cubicBezTo>
                    <a:pt x="4161" y="10927"/>
                    <a:pt x="4039" y="11014"/>
                    <a:pt x="3934" y="11101"/>
                  </a:cubicBezTo>
                  <a:lnTo>
                    <a:pt x="2430" y="9598"/>
                  </a:lnTo>
                  <a:cubicBezTo>
                    <a:pt x="2491" y="9062"/>
                    <a:pt x="2060" y="8679"/>
                    <a:pt x="1604" y="8679"/>
                  </a:cubicBezTo>
                  <a:cubicBezTo>
                    <a:pt x="1405" y="8679"/>
                    <a:pt x="1202" y="8752"/>
                    <a:pt x="1032" y="8916"/>
                  </a:cubicBezTo>
                  <a:lnTo>
                    <a:pt x="508" y="9458"/>
                  </a:lnTo>
                  <a:cubicBezTo>
                    <a:pt x="1" y="9965"/>
                    <a:pt x="368" y="10839"/>
                    <a:pt x="1084" y="10857"/>
                  </a:cubicBezTo>
                  <a:lnTo>
                    <a:pt x="1189" y="10857"/>
                  </a:lnTo>
                  <a:lnTo>
                    <a:pt x="2902" y="12552"/>
                  </a:lnTo>
                  <a:cubicBezTo>
                    <a:pt x="1836" y="15122"/>
                    <a:pt x="3724" y="17937"/>
                    <a:pt x="6486" y="17937"/>
                  </a:cubicBezTo>
                  <a:lnTo>
                    <a:pt x="6539" y="17937"/>
                  </a:lnTo>
                  <a:cubicBezTo>
                    <a:pt x="7325" y="17937"/>
                    <a:pt x="8094" y="17674"/>
                    <a:pt x="8741" y="17220"/>
                  </a:cubicBezTo>
                  <a:cubicBezTo>
                    <a:pt x="8987" y="17061"/>
                    <a:pt x="8815" y="16735"/>
                    <a:pt x="8590" y="16735"/>
                  </a:cubicBezTo>
                  <a:cubicBezTo>
                    <a:pt x="8542" y="16735"/>
                    <a:pt x="8493" y="16749"/>
                    <a:pt x="8444" y="16783"/>
                  </a:cubicBezTo>
                  <a:cubicBezTo>
                    <a:pt x="7837" y="17208"/>
                    <a:pt x="7167" y="17401"/>
                    <a:pt x="6513" y="17401"/>
                  </a:cubicBezTo>
                  <a:cubicBezTo>
                    <a:pt x="4777" y="17401"/>
                    <a:pt x="3155" y="16042"/>
                    <a:pt x="3130" y="14073"/>
                  </a:cubicBezTo>
                  <a:lnTo>
                    <a:pt x="3130" y="14073"/>
                  </a:lnTo>
                  <a:cubicBezTo>
                    <a:pt x="3305" y="14108"/>
                    <a:pt x="3479" y="14178"/>
                    <a:pt x="3637" y="14266"/>
                  </a:cubicBezTo>
                  <a:cubicBezTo>
                    <a:pt x="3960" y="14449"/>
                    <a:pt x="4318" y="14541"/>
                    <a:pt x="4677" y="14541"/>
                  </a:cubicBezTo>
                  <a:cubicBezTo>
                    <a:pt x="5035" y="14541"/>
                    <a:pt x="5394" y="14449"/>
                    <a:pt x="5717" y="14266"/>
                  </a:cubicBezTo>
                  <a:cubicBezTo>
                    <a:pt x="5953" y="14126"/>
                    <a:pt x="6220" y="14056"/>
                    <a:pt x="6488" y="14056"/>
                  </a:cubicBezTo>
                  <a:cubicBezTo>
                    <a:pt x="6757" y="14056"/>
                    <a:pt x="7028" y="14126"/>
                    <a:pt x="7273" y="14266"/>
                  </a:cubicBezTo>
                  <a:cubicBezTo>
                    <a:pt x="7596" y="14449"/>
                    <a:pt x="7955" y="14541"/>
                    <a:pt x="8311" y="14541"/>
                  </a:cubicBezTo>
                  <a:cubicBezTo>
                    <a:pt x="8667" y="14541"/>
                    <a:pt x="9021" y="14449"/>
                    <a:pt x="9336" y="14266"/>
                  </a:cubicBezTo>
                  <a:cubicBezTo>
                    <a:pt x="9493" y="14178"/>
                    <a:pt x="9668" y="14108"/>
                    <a:pt x="9860" y="14073"/>
                  </a:cubicBezTo>
                  <a:lnTo>
                    <a:pt x="9860" y="14073"/>
                  </a:lnTo>
                  <a:cubicBezTo>
                    <a:pt x="9860" y="14790"/>
                    <a:pt x="9633" y="15472"/>
                    <a:pt x="9213" y="16049"/>
                  </a:cubicBezTo>
                  <a:cubicBezTo>
                    <a:pt x="9126" y="16154"/>
                    <a:pt x="9143" y="16328"/>
                    <a:pt x="9266" y="16416"/>
                  </a:cubicBezTo>
                  <a:cubicBezTo>
                    <a:pt x="9301" y="16451"/>
                    <a:pt x="9353" y="16468"/>
                    <a:pt x="9423" y="16468"/>
                  </a:cubicBezTo>
                  <a:cubicBezTo>
                    <a:pt x="9493" y="16468"/>
                    <a:pt x="9580" y="16416"/>
                    <a:pt x="9633" y="16346"/>
                  </a:cubicBezTo>
                  <a:cubicBezTo>
                    <a:pt x="10944" y="14580"/>
                    <a:pt x="10524" y="12080"/>
                    <a:pt x="8706" y="10822"/>
                  </a:cubicBezTo>
                  <a:cubicBezTo>
                    <a:pt x="8392" y="10612"/>
                    <a:pt x="8199" y="10245"/>
                    <a:pt x="8199" y="9878"/>
                  </a:cubicBezTo>
                  <a:lnTo>
                    <a:pt x="8199" y="9738"/>
                  </a:lnTo>
                  <a:cubicBezTo>
                    <a:pt x="9196" y="9563"/>
                    <a:pt x="9196" y="8130"/>
                    <a:pt x="8199" y="7972"/>
                  </a:cubicBezTo>
                  <a:lnTo>
                    <a:pt x="8199" y="1784"/>
                  </a:lnTo>
                  <a:cubicBezTo>
                    <a:pt x="9283" y="1592"/>
                    <a:pt x="9143" y="18"/>
                    <a:pt x="8059" y="1"/>
                  </a:cubicBezTo>
                  <a:lnTo>
                    <a:pt x="7448" y="1"/>
                  </a:lnTo>
                  <a:cubicBezTo>
                    <a:pt x="7098" y="1"/>
                    <a:pt x="7098" y="525"/>
                    <a:pt x="7448" y="525"/>
                  </a:cubicBezTo>
                  <a:lnTo>
                    <a:pt x="8059" y="525"/>
                  </a:lnTo>
                  <a:cubicBezTo>
                    <a:pt x="8549" y="525"/>
                    <a:pt x="8549" y="1277"/>
                    <a:pt x="8059" y="1277"/>
                  </a:cubicBezTo>
                  <a:lnTo>
                    <a:pt x="4930" y="1277"/>
                  </a:lnTo>
                  <a:cubicBezTo>
                    <a:pt x="4441" y="1277"/>
                    <a:pt x="4441" y="525"/>
                    <a:pt x="4930" y="525"/>
                  </a:cubicBezTo>
                  <a:lnTo>
                    <a:pt x="6294" y="525"/>
                  </a:lnTo>
                  <a:cubicBezTo>
                    <a:pt x="6643" y="525"/>
                    <a:pt x="6643" y="1"/>
                    <a:pt x="629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dirty="0"/>
            </a:p>
          </p:txBody>
        </p:sp>
        <p:sp>
          <p:nvSpPr>
            <p:cNvPr id="287" name="Google Shape;1029;p51">
              <a:extLst>
                <a:ext uri="{FF2B5EF4-FFF2-40B4-BE49-F238E27FC236}">
                  <a16:creationId xmlns:a16="http://schemas.microsoft.com/office/drawing/2014/main" id="{C43DE5EA-8091-7A87-A60B-DFFA3C0EF1B5}"/>
                </a:ext>
              </a:extLst>
            </p:cNvPr>
            <p:cNvSpPr/>
            <p:nvPr/>
          </p:nvSpPr>
          <p:spPr>
            <a:xfrm>
              <a:off x="7017072" y="3626146"/>
              <a:ext cx="48612" cy="41628"/>
            </a:xfrm>
            <a:custGeom>
              <a:avLst/>
              <a:gdLst/>
              <a:ahLst/>
              <a:cxnLst/>
              <a:rect l="l" t="t" r="r" b="b"/>
              <a:pathLst>
                <a:path w="2081" h="1782" extrusionOk="0">
                  <a:moveTo>
                    <a:pt x="1207" y="524"/>
                  </a:moveTo>
                  <a:cubicBezTo>
                    <a:pt x="1293" y="524"/>
                    <a:pt x="1380" y="556"/>
                    <a:pt x="1451" y="628"/>
                  </a:cubicBezTo>
                  <a:cubicBezTo>
                    <a:pt x="1679" y="872"/>
                    <a:pt x="1521" y="1257"/>
                    <a:pt x="1189" y="1257"/>
                  </a:cubicBezTo>
                  <a:cubicBezTo>
                    <a:pt x="997" y="1257"/>
                    <a:pt x="840" y="1100"/>
                    <a:pt x="840" y="890"/>
                  </a:cubicBezTo>
                  <a:cubicBezTo>
                    <a:pt x="840" y="674"/>
                    <a:pt x="1020" y="524"/>
                    <a:pt x="1207" y="524"/>
                  </a:cubicBezTo>
                  <a:close/>
                  <a:moveTo>
                    <a:pt x="1180" y="0"/>
                  </a:moveTo>
                  <a:cubicBezTo>
                    <a:pt x="962" y="0"/>
                    <a:pt x="740" y="80"/>
                    <a:pt x="560" y="261"/>
                  </a:cubicBezTo>
                  <a:cubicBezTo>
                    <a:pt x="0" y="820"/>
                    <a:pt x="402" y="1781"/>
                    <a:pt x="1189" y="1781"/>
                  </a:cubicBezTo>
                  <a:cubicBezTo>
                    <a:pt x="1679" y="1781"/>
                    <a:pt x="2081" y="1379"/>
                    <a:pt x="2081" y="890"/>
                  </a:cubicBezTo>
                  <a:cubicBezTo>
                    <a:pt x="2081" y="357"/>
                    <a:pt x="1639" y="0"/>
                    <a:pt x="1180"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dirty="0"/>
            </a:p>
          </p:txBody>
        </p:sp>
        <p:sp>
          <p:nvSpPr>
            <p:cNvPr id="288" name="Google Shape;1030;p51">
              <a:extLst>
                <a:ext uri="{FF2B5EF4-FFF2-40B4-BE49-F238E27FC236}">
                  <a16:creationId xmlns:a16="http://schemas.microsoft.com/office/drawing/2014/main" id="{0B2C6537-04BD-7555-E702-DE1334F2CB86}"/>
                </a:ext>
              </a:extLst>
            </p:cNvPr>
            <p:cNvSpPr/>
            <p:nvPr/>
          </p:nvSpPr>
          <p:spPr>
            <a:xfrm>
              <a:off x="6865162" y="3472951"/>
              <a:ext cx="47397" cy="169500"/>
            </a:xfrm>
            <a:custGeom>
              <a:avLst/>
              <a:gdLst/>
              <a:ahLst/>
              <a:cxnLst/>
              <a:rect l="l" t="t" r="r" b="b"/>
              <a:pathLst>
                <a:path w="2029" h="7256" extrusionOk="0">
                  <a:moveTo>
                    <a:pt x="263" y="1"/>
                  </a:moveTo>
                  <a:cubicBezTo>
                    <a:pt x="131" y="1"/>
                    <a:pt x="0" y="88"/>
                    <a:pt x="0" y="263"/>
                  </a:cubicBezTo>
                  <a:lnTo>
                    <a:pt x="0" y="2553"/>
                  </a:lnTo>
                  <a:cubicBezTo>
                    <a:pt x="0" y="3113"/>
                    <a:pt x="455" y="3567"/>
                    <a:pt x="1014" y="3567"/>
                  </a:cubicBezTo>
                  <a:cubicBezTo>
                    <a:pt x="1277" y="3567"/>
                    <a:pt x="1504" y="3777"/>
                    <a:pt x="1504" y="4057"/>
                  </a:cubicBezTo>
                  <a:lnTo>
                    <a:pt x="1504" y="6993"/>
                  </a:lnTo>
                  <a:cubicBezTo>
                    <a:pt x="1504" y="7168"/>
                    <a:pt x="1635" y="7256"/>
                    <a:pt x="1766" y="7256"/>
                  </a:cubicBezTo>
                  <a:cubicBezTo>
                    <a:pt x="1897" y="7256"/>
                    <a:pt x="2028" y="7168"/>
                    <a:pt x="2028" y="6993"/>
                  </a:cubicBezTo>
                  <a:lnTo>
                    <a:pt x="2028" y="4057"/>
                  </a:lnTo>
                  <a:cubicBezTo>
                    <a:pt x="2028" y="3497"/>
                    <a:pt x="1574" y="3043"/>
                    <a:pt x="1014" y="3043"/>
                  </a:cubicBezTo>
                  <a:cubicBezTo>
                    <a:pt x="752" y="3043"/>
                    <a:pt x="525" y="2815"/>
                    <a:pt x="525" y="2553"/>
                  </a:cubicBezTo>
                  <a:lnTo>
                    <a:pt x="525" y="263"/>
                  </a:lnTo>
                  <a:cubicBezTo>
                    <a:pt x="525" y="88"/>
                    <a:pt x="394" y="1"/>
                    <a:pt x="26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grpSp>
      <p:pic>
        <p:nvPicPr>
          <p:cNvPr id="21516" name="Picture 24611">
            <a:extLst>
              <a:ext uri="{FF2B5EF4-FFF2-40B4-BE49-F238E27FC236}">
                <a16:creationId xmlns:a16="http://schemas.microsoft.com/office/drawing/2014/main" id="{0356882D-D6EA-2CCA-4ED4-8B2F2242C9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654" r="13654"/>
          <a:stretch>
            <a:fillRect/>
          </a:stretch>
        </p:blipFill>
        <p:spPr bwMode="auto">
          <a:xfrm>
            <a:off x="10347793" y="4145660"/>
            <a:ext cx="1426633" cy="1750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613" name="Google Shape;9680;p65">
            <a:extLst>
              <a:ext uri="{FF2B5EF4-FFF2-40B4-BE49-F238E27FC236}">
                <a16:creationId xmlns:a16="http://schemas.microsoft.com/office/drawing/2014/main" id="{E3B203A1-FBE4-BF3D-39C5-7A1B7A6288E3}"/>
              </a:ext>
            </a:extLst>
          </p:cNvPr>
          <p:cNvGrpSpPr/>
          <p:nvPr/>
        </p:nvGrpSpPr>
        <p:grpSpPr>
          <a:xfrm>
            <a:off x="2211329" y="389663"/>
            <a:ext cx="1112264" cy="1245960"/>
            <a:chOff x="6195998" y="1983102"/>
            <a:chExt cx="368308" cy="338746"/>
          </a:xfrm>
          <a:solidFill>
            <a:schemeClr val="bg2">
              <a:lumMod val="10000"/>
            </a:schemeClr>
          </a:solidFill>
        </p:grpSpPr>
        <p:sp>
          <p:nvSpPr>
            <p:cNvPr id="24614" name="Google Shape;9681;p65">
              <a:extLst>
                <a:ext uri="{FF2B5EF4-FFF2-40B4-BE49-F238E27FC236}">
                  <a16:creationId xmlns:a16="http://schemas.microsoft.com/office/drawing/2014/main" id="{E820CB8A-D070-BFFA-44DB-EBCB6579867D}"/>
                </a:ext>
              </a:extLst>
            </p:cNvPr>
            <p:cNvSpPr/>
            <p:nvPr/>
          </p:nvSpPr>
          <p:spPr>
            <a:xfrm>
              <a:off x="6267289" y="2161012"/>
              <a:ext cx="67533" cy="67150"/>
            </a:xfrm>
            <a:custGeom>
              <a:avLst/>
              <a:gdLst/>
              <a:ahLst/>
              <a:cxnLst/>
              <a:rect l="l" t="t" r="r" b="b"/>
              <a:pathLst>
                <a:path w="2120" h="2108" extrusionOk="0">
                  <a:moveTo>
                    <a:pt x="1060" y="0"/>
                  </a:moveTo>
                  <a:cubicBezTo>
                    <a:pt x="953" y="0"/>
                    <a:pt x="882" y="71"/>
                    <a:pt x="882" y="179"/>
                  </a:cubicBezTo>
                  <a:lnTo>
                    <a:pt x="882" y="881"/>
                  </a:lnTo>
                  <a:lnTo>
                    <a:pt x="179" y="881"/>
                  </a:lnTo>
                  <a:cubicBezTo>
                    <a:pt x="84" y="881"/>
                    <a:pt x="0" y="953"/>
                    <a:pt x="0" y="1060"/>
                  </a:cubicBezTo>
                  <a:cubicBezTo>
                    <a:pt x="0" y="1143"/>
                    <a:pt x="84" y="1238"/>
                    <a:pt x="179" y="1238"/>
                  </a:cubicBezTo>
                  <a:lnTo>
                    <a:pt x="882" y="1238"/>
                  </a:lnTo>
                  <a:lnTo>
                    <a:pt x="882" y="1941"/>
                  </a:lnTo>
                  <a:cubicBezTo>
                    <a:pt x="882" y="2024"/>
                    <a:pt x="953" y="2107"/>
                    <a:pt x="1060" y="2107"/>
                  </a:cubicBezTo>
                  <a:cubicBezTo>
                    <a:pt x="1155" y="2107"/>
                    <a:pt x="1239" y="2036"/>
                    <a:pt x="1239" y="1941"/>
                  </a:cubicBezTo>
                  <a:lnTo>
                    <a:pt x="1239" y="1238"/>
                  </a:lnTo>
                  <a:lnTo>
                    <a:pt x="1941" y="1238"/>
                  </a:lnTo>
                  <a:cubicBezTo>
                    <a:pt x="2048" y="1238"/>
                    <a:pt x="2120" y="1167"/>
                    <a:pt x="2120" y="1060"/>
                  </a:cubicBezTo>
                  <a:cubicBezTo>
                    <a:pt x="2120" y="953"/>
                    <a:pt x="2036" y="881"/>
                    <a:pt x="1941" y="881"/>
                  </a:cubicBezTo>
                  <a:lnTo>
                    <a:pt x="1239" y="881"/>
                  </a:lnTo>
                  <a:lnTo>
                    <a:pt x="1239" y="179"/>
                  </a:lnTo>
                  <a:cubicBezTo>
                    <a:pt x="1239" y="95"/>
                    <a:pt x="1167" y="0"/>
                    <a:pt x="1060"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24615" name="Google Shape;9682;p65">
              <a:extLst>
                <a:ext uri="{FF2B5EF4-FFF2-40B4-BE49-F238E27FC236}">
                  <a16:creationId xmlns:a16="http://schemas.microsoft.com/office/drawing/2014/main" id="{C450D00F-E0A7-BF8E-3561-C9A03882EAD5}"/>
                </a:ext>
              </a:extLst>
            </p:cNvPr>
            <p:cNvSpPr/>
            <p:nvPr/>
          </p:nvSpPr>
          <p:spPr>
            <a:xfrm>
              <a:off x="6235052" y="2128393"/>
              <a:ext cx="132007" cy="131625"/>
            </a:xfrm>
            <a:custGeom>
              <a:avLst/>
              <a:gdLst/>
              <a:ahLst/>
              <a:cxnLst/>
              <a:rect l="l" t="t" r="r" b="b"/>
              <a:pathLst>
                <a:path w="4144" h="4132" extrusionOk="0">
                  <a:moveTo>
                    <a:pt x="2072" y="357"/>
                  </a:moveTo>
                  <a:cubicBezTo>
                    <a:pt x="3013" y="357"/>
                    <a:pt x="3799" y="1131"/>
                    <a:pt x="3799" y="2084"/>
                  </a:cubicBezTo>
                  <a:cubicBezTo>
                    <a:pt x="3799" y="3024"/>
                    <a:pt x="3025" y="3798"/>
                    <a:pt x="2072" y="3798"/>
                  </a:cubicBezTo>
                  <a:cubicBezTo>
                    <a:pt x="1120" y="3798"/>
                    <a:pt x="370" y="3024"/>
                    <a:pt x="370" y="2084"/>
                  </a:cubicBezTo>
                  <a:cubicBezTo>
                    <a:pt x="370" y="1131"/>
                    <a:pt x="1143" y="357"/>
                    <a:pt x="2072" y="357"/>
                  </a:cubicBezTo>
                  <a:close/>
                  <a:moveTo>
                    <a:pt x="2072" y="0"/>
                  </a:moveTo>
                  <a:cubicBezTo>
                    <a:pt x="929" y="0"/>
                    <a:pt x="0" y="917"/>
                    <a:pt x="0" y="2072"/>
                  </a:cubicBezTo>
                  <a:cubicBezTo>
                    <a:pt x="0" y="3215"/>
                    <a:pt x="929" y="4132"/>
                    <a:pt x="2072" y="4132"/>
                  </a:cubicBezTo>
                  <a:cubicBezTo>
                    <a:pt x="3227" y="4132"/>
                    <a:pt x="4144" y="3215"/>
                    <a:pt x="4144" y="2072"/>
                  </a:cubicBezTo>
                  <a:cubicBezTo>
                    <a:pt x="4144" y="917"/>
                    <a:pt x="3227" y="0"/>
                    <a:pt x="207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24616" name="Google Shape;9683;p65">
              <a:extLst>
                <a:ext uri="{FF2B5EF4-FFF2-40B4-BE49-F238E27FC236}">
                  <a16:creationId xmlns:a16="http://schemas.microsoft.com/office/drawing/2014/main" id="{2426661E-8F3B-A945-16EB-07B80B2206B2}"/>
                </a:ext>
              </a:extLst>
            </p:cNvPr>
            <p:cNvSpPr/>
            <p:nvPr/>
          </p:nvSpPr>
          <p:spPr>
            <a:xfrm>
              <a:off x="6195998" y="1983102"/>
              <a:ext cx="368308" cy="338746"/>
            </a:xfrm>
            <a:custGeom>
              <a:avLst/>
              <a:gdLst/>
              <a:ahLst/>
              <a:cxnLst/>
              <a:rect l="l" t="t" r="r" b="b"/>
              <a:pathLst>
                <a:path w="11562" h="10634" extrusionOk="0">
                  <a:moveTo>
                    <a:pt x="3143" y="382"/>
                  </a:moveTo>
                  <a:lnTo>
                    <a:pt x="3143" y="1989"/>
                  </a:lnTo>
                  <a:lnTo>
                    <a:pt x="2227" y="1989"/>
                  </a:lnTo>
                  <a:lnTo>
                    <a:pt x="2227" y="382"/>
                  </a:lnTo>
                  <a:close/>
                  <a:moveTo>
                    <a:pt x="4382" y="382"/>
                  </a:moveTo>
                  <a:lnTo>
                    <a:pt x="4382" y="1989"/>
                  </a:lnTo>
                  <a:lnTo>
                    <a:pt x="3477" y="1989"/>
                  </a:lnTo>
                  <a:lnTo>
                    <a:pt x="3477" y="382"/>
                  </a:lnTo>
                  <a:close/>
                  <a:moveTo>
                    <a:pt x="5584" y="382"/>
                  </a:moveTo>
                  <a:lnTo>
                    <a:pt x="5584" y="1989"/>
                  </a:lnTo>
                  <a:lnTo>
                    <a:pt x="4727" y="1989"/>
                  </a:lnTo>
                  <a:lnTo>
                    <a:pt x="4727" y="382"/>
                  </a:lnTo>
                  <a:close/>
                  <a:moveTo>
                    <a:pt x="4846" y="2323"/>
                  </a:moveTo>
                  <a:lnTo>
                    <a:pt x="4846" y="2656"/>
                  </a:lnTo>
                  <a:lnTo>
                    <a:pt x="1750" y="2656"/>
                  </a:lnTo>
                  <a:lnTo>
                    <a:pt x="1750" y="2323"/>
                  </a:lnTo>
                  <a:close/>
                  <a:moveTo>
                    <a:pt x="7918" y="6073"/>
                  </a:moveTo>
                  <a:cubicBezTo>
                    <a:pt x="8442" y="6073"/>
                    <a:pt x="8894" y="6276"/>
                    <a:pt x="9251" y="6585"/>
                  </a:cubicBezTo>
                  <a:lnTo>
                    <a:pt x="6322" y="9514"/>
                  </a:lnTo>
                  <a:cubicBezTo>
                    <a:pt x="5144" y="8121"/>
                    <a:pt x="6203" y="6073"/>
                    <a:pt x="7918" y="6073"/>
                  </a:cubicBezTo>
                  <a:close/>
                  <a:moveTo>
                    <a:pt x="11204" y="6585"/>
                  </a:moveTo>
                  <a:lnTo>
                    <a:pt x="11204" y="7990"/>
                  </a:lnTo>
                  <a:cubicBezTo>
                    <a:pt x="11204" y="8776"/>
                    <a:pt x="10656" y="9431"/>
                    <a:pt x="9906" y="9562"/>
                  </a:cubicBezTo>
                  <a:cubicBezTo>
                    <a:pt x="10168" y="9193"/>
                    <a:pt x="10347" y="8669"/>
                    <a:pt x="10347" y="8181"/>
                  </a:cubicBezTo>
                  <a:cubicBezTo>
                    <a:pt x="10347" y="7764"/>
                    <a:pt x="10251" y="7550"/>
                    <a:pt x="10251" y="7538"/>
                  </a:cubicBezTo>
                  <a:cubicBezTo>
                    <a:pt x="10168" y="7192"/>
                    <a:pt x="10144" y="7228"/>
                    <a:pt x="10073" y="7073"/>
                  </a:cubicBezTo>
                  <a:cubicBezTo>
                    <a:pt x="9966" y="6883"/>
                    <a:pt x="9954" y="6823"/>
                    <a:pt x="9751" y="6585"/>
                  </a:cubicBezTo>
                  <a:close/>
                  <a:moveTo>
                    <a:pt x="9513" y="6823"/>
                  </a:moveTo>
                  <a:lnTo>
                    <a:pt x="9513" y="6823"/>
                  </a:lnTo>
                  <a:cubicBezTo>
                    <a:pt x="10704" y="8216"/>
                    <a:pt x="9632" y="10240"/>
                    <a:pt x="7918" y="10240"/>
                  </a:cubicBezTo>
                  <a:cubicBezTo>
                    <a:pt x="7890" y="10242"/>
                    <a:pt x="7862" y="10242"/>
                    <a:pt x="7834" y="10242"/>
                  </a:cubicBezTo>
                  <a:cubicBezTo>
                    <a:pt x="7345" y="10242"/>
                    <a:pt x="6910" y="10045"/>
                    <a:pt x="6572" y="9752"/>
                  </a:cubicBezTo>
                  <a:lnTo>
                    <a:pt x="9513" y="6823"/>
                  </a:lnTo>
                  <a:close/>
                  <a:moveTo>
                    <a:pt x="881" y="1"/>
                  </a:moveTo>
                  <a:cubicBezTo>
                    <a:pt x="786" y="1"/>
                    <a:pt x="703" y="84"/>
                    <a:pt x="703" y="180"/>
                  </a:cubicBezTo>
                  <a:lnTo>
                    <a:pt x="703" y="525"/>
                  </a:lnTo>
                  <a:cubicBezTo>
                    <a:pt x="703" y="620"/>
                    <a:pt x="774" y="703"/>
                    <a:pt x="881" y="703"/>
                  </a:cubicBezTo>
                  <a:cubicBezTo>
                    <a:pt x="976" y="703"/>
                    <a:pt x="1060" y="632"/>
                    <a:pt x="1060" y="525"/>
                  </a:cubicBezTo>
                  <a:lnTo>
                    <a:pt x="1060" y="358"/>
                  </a:lnTo>
                  <a:lnTo>
                    <a:pt x="1905" y="358"/>
                  </a:lnTo>
                  <a:lnTo>
                    <a:pt x="1905" y="1966"/>
                  </a:lnTo>
                  <a:lnTo>
                    <a:pt x="1060" y="1966"/>
                  </a:lnTo>
                  <a:lnTo>
                    <a:pt x="1060" y="1418"/>
                  </a:lnTo>
                  <a:cubicBezTo>
                    <a:pt x="1060" y="1323"/>
                    <a:pt x="976" y="1239"/>
                    <a:pt x="881" y="1239"/>
                  </a:cubicBezTo>
                  <a:cubicBezTo>
                    <a:pt x="786" y="1239"/>
                    <a:pt x="703" y="1311"/>
                    <a:pt x="703" y="1418"/>
                  </a:cubicBezTo>
                  <a:lnTo>
                    <a:pt x="703" y="2144"/>
                  </a:lnTo>
                  <a:cubicBezTo>
                    <a:pt x="703" y="2239"/>
                    <a:pt x="774" y="2323"/>
                    <a:pt x="881" y="2323"/>
                  </a:cubicBezTo>
                  <a:lnTo>
                    <a:pt x="1429" y="2323"/>
                  </a:lnTo>
                  <a:lnTo>
                    <a:pt x="1429" y="2656"/>
                  </a:lnTo>
                  <a:lnTo>
                    <a:pt x="905" y="2656"/>
                  </a:lnTo>
                  <a:cubicBezTo>
                    <a:pt x="405" y="2656"/>
                    <a:pt x="0" y="3049"/>
                    <a:pt x="0" y="3561"/>
                  </a:cubicBezTo>
                  <a:lnTo>
                    <a:pt x="0" y="9693"/>
                  </a:lnTo>
                  <a:cubicBezTo>
                    <a:pt x="0" y="10193"/>
                    <a:pt x="405" y="10598"/>
                    <a:pt x="905" y="10598"/>
                  </a:cubicBezTo>
                  <a:lnTo>
                    <a:pt x="3774" y="10598"/>
                  </a:lnTo>
                  <a:cubicBezTo>
                    <a:pt x="3882" y="10598"/>
                    <a:pt x="3953" y="10526"/>
                    <a:pt x="3953" y="10419"/>
                  </a:cubicBezTo>
                  <a:cubicBezTo>
                    <a:pt x="3953" y="10336"/>
                    <a:pt x="3882" y="10240"/>
                    <a:pt x="3774" y="10240"/>
                  </a:cubicBezTo>
                  <a:lnTo>
                    <a:pt x="905" y="10240"/>
                  </a:lnTo>
                  <a:cubicBezTo>
                    <a:pt x="595" y="10240"/>
                    <a:pt x="357" y="9990"/>
                    <a:pt x="357" y="9693"/>
                  </a:cubicBezTo>
                  <a:lnTo>
                    <a:pt x="357" y="3561"/>
                  </a:lnTo>
                  <a:cubicBezTo>
                    <a:pt x="357" y="3251"/>
                    <a:pt x="607" y="3013"/>
                    <a:pt x="905" y="3013"/>
                  </a:cubicBezTo>
                  <a:lnTo>
                    <a:pt x="5739" y="3013"/>
                  </a:lnTo>
                  <a:cubicBezTo>
                    <a:pt x="6060" y="3013"/>
                    <a:pt x="6298" y="3263"/>
                    <a:pt x="6298" y="3561"/>
                  </a:cubicBezTo>
                  <a:lnTo>
                    <a:pt x="6298" y="6359"/>
                  </a:lnTo>
                  <a:lnTo>
                    <a:pt x="6251" y="6407"/>
                  </a:lnTo>
                  <a:cubicBezTo>
                    <a:pt x="6191" y="6466"/>
                    <a:pt x="6132" y="6538"/>
                    <a:pt x="6072" y="6609"/>
                  </a:cubicBezTo>
                  <a:cubicBezTo>
                    <a:pt x="5917" y="6788"/>
                    <a:pt x="5941" y="6752"/>
                    <a:pt x="5787" y="7026"/>
                  </a:cubicBezTo>
                  <a:cubicBezTo>
                    <a:pt x="5715" y="7180"/>
                    <a:pt x="5679" y="7169"/>
                    <a:pt x="5584" y="7538"/>
                  </a:cubicBezTo>
                  <a:cubicBezTo>
                    <a:pt x="5584" y="7550"/>
                    <a:pt x="5477" y="7776"/>
                    <a:pt x="5477" y="8181"/>
                  </a:cubicBezTo>
                  <a:cubicBezTo>
                    <a:pt x="5477" y="8502"/>
                    <a:pt x="5536" y="8835"/>
                    <a:pt x="5667" y="9133"/>
                  </a:cubicBezTo>
                  <a:cubicBezTo>
                    <a:pt x="5703" y="9181"/>
                    <a:pt x="5727" y="9228"/>
                    <a:pt x="5763" y="9288"/>
                  </a:cubicBezTo>
                  <a:cubicBezTo>
                    <a:pt x="5917" y="9621"/>
                    <a:pt x="5906" y="9562"/>
                    <a:pt x="6037" y="9728"/>
                  </a:cubicBezTo>
                  <a:cubicBezTo>
                    <a:pt x="6096" y="9776"/>
                    <a:pt x="6144" y="9859"/>
                    <a:pt x="6203" y="9919"/>
                  </a:cubicBezTo>
                  <a:lnTo>
                    <a:pt x="6239" y="9943"/>
                  </a:lnTo>
                  <a:cubicBezTo>
                    <a:pt x="6144" y="10145"/>
                    <a:pt x="5953" y="10276"/>
                    <a:pt x="5727" y="10276"/>
                  </a:cubicBezTo>
                  <a:lnTo>
                    <a:pt x="4548" y="10276"/>
                  </a:lnTo>
                  <a:cubicBezTo>
                    <a:pt x="4465" y="10276"/>
                    <a:pt x="4370" y="10347"/>
                    <a:pt x="4370" y="10455"/>
                  </a:cubicBezTo>
                  <a:cubicBezTo>
                    <a:pt x="4370" y="10538"/>
                    <a:pt x="4453" y="10633"/>
                    <a:pt x="4548" y="10633"/>
                  </a:cubicBezTo>
                  <a:lnTo>
                    <a:pt x="5727" y="10633"/>
                  </a:lnTo>
                  <a:cubicBezTo>
                    <a:pt x="6060" y="10633"/>
                    <a:pt x="6358" y="10455"/>
                    <a:pt x="6501" y="10169"/>
                  </a:cubicBezTo>
                  <a:cubicBezTo>
                    <a:pt x="6931" y="10472"/>
                    <a:pt x="7425" y="10620"/>
                    <a:pt x="7915" y="10620"/>
                  </a:cubicBezTo>
                  <a:cubicBezTo>
                    <a:pt x="8523" y="10620"/>
                    <a:pt x="9123" y="10391"/>
                    <a:pt x="9585" y="9943"/>
                  </a:cubicBezTo>
                  <a:cubicBezTo>
                    <a:pt x="9606" y="9943"/>
                    <a:pt x="9627" y="9944"/>
                    <a:pt x="9648" y="9944"/>
                  </a:cubicBezTo>
                  <a:cubicBezTo>
                    <a:pt x="10702" y="9944"/>
                    <a:pt x="11549" y="9076"/>
                    <a:pt x="11549" y="8026"/>
                  </a:cubicBezTo>
                  <a:lnTo>
                    <a:pt x="11549" y="4847"/>
                  </a:lnTo>
                  <a:cubicBezTo>
                    <a:pt x="11561" y="3966"/>
                    <a:pt x="10978" y="3192"/>
                    <a:pt x="10144" y="2966"/>
                  </a:cubicBezTo>
                  <a:cubicBezTo>
                    <a:pt x="10132" y="2962"/>
                    <a:pt x="10118" y="2960"/>
                    <a:pt x="10105" y="2960"/>
                  </a:cubicBezTo>
                  <a:cubicBezTo>
                    <a:pt x="10031" y="2960"/>
                    <a:pt x="9952" y="3014"/>
                    <a:pt x="9942" y="3085"/>
                  </a:cubicBezTo>
                  <a:cubicBezTo>
                    <a:pt x="9906" y="3180"/>
                    <a:pt x="9966" y="3275"/>
                    <a:pt x="10061" y="3299"/>
                  </a:cubicBezTo>
                  <a:cubicBezTo>
                    <a:pt x="10740" y="3490"/>
                    <a:pt x="11204" y="4109"/>
                    <a:pt x="11204" y="4811"/>
                  </a:cubicBezTo>
                  <a:lnTo>
                    <a:pt x="11204" y="6228"/>
                  </a:lnTo>
                  <a:lnTo>
                    <a:pt x="9394" y="6228"/>
                  </a:lnTo>
                  <a:cubicBezTo>
                    <a:pt x="9251" y="6121"/>
                    <a:pt x="9275" y="6133"/>
                    <a:pt x="9120" y="6061"/>
                  </a:cubicBezTo>
                  <a:cubicBezTo>
                    <a:pt x="8882" y="5930"/>
                    <a:pt x="8894" y="5942"/>
                    <a:pt x="8704" y="5871"/>
                  </a:cubicBezTo>
                  <a:cubicBezTo>
                    <a:pt x="8465" y="5776"/>
                    <a:pt x="8454" y="5776"/>
                    <a:pt x="8239" y="5752"/>
                  </a:cubicBezTo>
                  <a:cubicBezTo>
                    <a:pt x="8180" y="5728"/>
                    <a:pt x="8120" y="5716"/>
                    <a:pt x="8061" y="5716"/>
                  </a:cubicBezTo>
                  <a:lnTo>
                    <a:pt x="8061" y="4799"/>
                  </a:lnTo>
                  <a:cubicBezTo>
                    <a:pt x="8061" y="4037"/>
                    <a:pt x="8620" y="3382"/>
                    <a:pt x="9358" y="3251"/>
                  </a:cubicBezTo>
                  <a:cubicBezTo>
                    <a:pt x="9454" y="3228"/>
                    <a:pt x="9525" y="3144"/>
                    <a:pt x="9513" y="3037"/>
                  </a:cubicBezTo>
                  <a:cubicBezTo>
                    <a:pt x="9491" y="2960"/>
                    <a:pt x="9418" y="2893"/>
                    <a:pt x="9322" y="2893"/>
                  </a:cubicBezTo>
                  <a:cubicBezTo>
                    <a:pt x="9315" y="2893"/>
                    <a:pt x="9307" y="2893"/>
                    <a:pt x="9299" y="2894"/>
                  </a:cubicBezTo>
                  <a:cubicBezTo>
                    <a:pt x="8382" y="3061"/>
                    <a:pt x="7727" y="3847"/>
                    <a:pt x="7727" y="4787"/>
                  </a:cubicBezTo>
                  <a:lnTo>
                    <a:pt x="7727" y="5716"/>
                  </a:lnTo>
                  <a:cubicBezTo>
                    <a:pt x="7322" y="5752"/>
                    <a:pt x="6965" y="5871"/>
                    <a:pt x="6632" y="6073"/>
                  </a:cubicBezTo>
                  <a:lnTo>
                    <a:pt x="6632" y="3549"/>
                  </a:lnTo>
                  <a:cubicBezTo>
                    <a:pt x="6632" y="3037"/>
                    <a:pt x="6239" y="2632"/>
                    <a:pt x="5727" y="2632"/>
                  </a:cubicBezTo>
                  <a:lnTo>
                    <a:pt x="5203" y="2632"/>
                  </a:lnTo>
                  <a:lnTo>
                    <a:pt x="5203" y="2311"/>
                  </a:lnTo>
                  <a:lnTo>
                    <a:pt x="5763" y="2311"/>
                  </a:lnTo>
                  <a:cubicBezTo>
                    <a:pt x="5846" y="2311"/>
                    <a:pt x="5941" y="2239"/>
                    <a:pt x="5941" y="2132"/>
                  </a:cubicBezTo>
                  <a:lnTo>
                    <a:pt x="5941" y="180"/>
                  </a:lnTo>
                  <a:cubicBezTo>
                    <a:pt x="5941" y="96"/>
                    <a:pt x="5858" y="1"/>
                    <a:pt x="576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dirty="0"/>
            </a:p>
          </p:txBody>
        </p:sp>
      </p:grpSp>
      <p:grpSp>
        <p:nvGrpSpPr>
          <p:cNvPr id="32" name="Google Shape;12837;p70">
            <a:extLst>
              <a:ext uri="{FF2B5EF4-FFF2-40B4-BE49-F238E27FC236}">
                <a16:creationId xmlns:a16="http://schemas.microsoft.com/office/drawing/2014/main" id="{5288287B-743E-4933-D798-6F453A8EB7A7}"/>
              </a:ext>
            </a:extLst>
          </p:cNvPr>
          <p:cNvGrpSpPr/>
          <p:nvPr/>
        </p:nvGrpSpPr>
        <p:grpSpPr>
          <a:xfrm>
            <a:off x="1163587" y="4809654"/>
            <a:ext cx="996536" cy="1569605"/>
            <a:chOff x="5211031" y="1969108"/>
            <a:chExt cx="226661" cy="363467"/>
          </a:xfrm>
          <a:solidFill>
            <a:schemeClr val="bg2">
              <a:lumMod val="10000"/>
            </a:schemeClr>
          </a:solidFill>
        </p:grpSpPr>
        <p:sp>
          <p:nvSpPr>
            <p:cNvPr id="33" name="Google Shape;12838;p70">
              <a:extLst>
                <a:ext uri="{FF2B5EF4-FFF2-40B4-BE49-F238E27FC236}">
                  <a16:creationId xmlns:a16="http://schemas.microsoft.com/office/drawing/2014/main" id="{6EEF7361-FDF0-9B42-87E1-4B2CEDABF7EB}"/>
                </a:ext>
              </a:extLst>
            </p:cNvPr>
            <p:cNvSpPr/>
            <p:nvPr/>
          </p:nvSpPr>
          <p:spPr>
            <a:xfrm>
              <a:off x="5211031" y="1969108"/>
              <a:ext cx="226661" cy="363467"/>
            </a:xfrm>
            <a:custGeom>
              <a:avLst/>
              <a:gdLst/>
              <a:ahLst/>
              <a:cxnLst/>
              <a:rect l="l" t="t" r="r" b="b"/>
              <a:pathLst>
                <a:path w="7121" h="11419" extrusionOk="0">
                  <a:moveTo>
                    <a:pt x="6787" y="869"/>
                  </a:moveTo>
                  <a:cubicBezTo>
                    <a:pt x="6787" y="869"/>
                    <a:pt x="6799" y="869"/>
                    <a:pt x="6799" y="881"/>
                  </a:cubicBezTo>
                  <a:lnTo>
                    <a:pt x="6799" y="1238"/>
                  </a:lnTo>
                  <a:lnTo>
                    <a:pt x="6252" y="1250"/>
                  </a:lnTo>
                  <a:cubicBezTo>
                    <a:pt x="6156" y="1250"/>
                    <a:pt x="6085" y="1334"/>
                    <a:pt x="6085" y="1417"/>
                  </a:cubicBezTo>
                  <a:cubicBezTo>
                    <a:pt x="6085" y="1512"/>
                    <a:pt x="6156" y="1584"/>
                    <a:pt x="6252" y="1584"/>
                  </a:cubicBezTo>
                  <a:lnTo>
                    <a:pt x="6442" y="1584"/>
                  </a:lnTo>
                  <a:lnTo>
                    <a:pt x="6442" y="7501"/>
                  </a:lnTo>
                  <a:cubicBezTo>
                    <a:pt x="6442" y="7501"/>
                    <a:pt x="6442" y="7525"/>
                    <a:pt x="6430" y="7525"/>
                  </a:cubicBezTo>
                  <a:lnTo>
                    <a:pt x="703" y="7525"/>
                  </a:lnTo>
                  <a:cubicBezTo>
                    <a:pt x="703" y="7525"/>
                    <a:pt x="679" y="7525"/>
                    <a:pt x="679" y="7501"/>
                  </a:cubicBezTo>
                  <a:lnTo>
                    <a:pt x="679" y="1584"/>
                  </a:lnTo>
                  <a:lnTo>
                    <a:pt x="5537" y="1584"/>
                  </a:lnTo>
                  <a:cubicBezTo>
                    <a:pt x="5621" y="1584"/>
                    <a:pt x="5704" y="1512"/>
                    <a:pt x="5704" y="1417"/>
                  </a:cubicBezTo>
                  <a:cubicBezTo>
                    <a:pt x="5704" y="1334"/>
                    <a:pt x="5621" y="1250"/>
                    <a:pt x="5537" y="1250"/>
                  </a:cubicBezTo>
                  <a:lnTo>
                    <a:pt x="346" y="1250"/>
                  </a:lnTo>
                  <a:cubicBezTo>
                    <a:pt x="346" y="1250"/>
                    <a:pt x="322" y="1250"/>
                    <a:pt x="322" y="1238"/>
                  </a:cubicBezTo>
                  <a:lnTo>
                    <a:pt x="322" y="881"/>
                  </a:lnTo>
                  <a:cubicBezTo>
                    <a:pt x="322" y="881"/>
                    <a:pt x="322" y="869"/>
                    <a:pt x="346" y="869"/>
                  </a:cubicBezTo>
                  <a:close/>
                  <a:moveTo>
                    <a:pt x="5406" y="7858"/>
                  </a:moveTo>
                  <a:lnTo>
                    <a:pt x="5906" y="10394"/>
                  </a:lnTo>
                  <a:lnTo>
                    <a:pt x="3739" y="10394"/>
                  </a:lnTo>
                  <a:lnTo>
                    <a:pt x="3739" y="8418"/>
                  </a:lnTo>
                  <a:cubicBezTo>
                    <a:pt x="3739" y="8323"/>
                    <a:pt x="3656" y="8251"/>
                    <a:pt x="3573" y="8251"/>
                  </a:cubicBezTo>
                  <a:cubicBezTo>
                    <a:pt x="3477" y="8251"/>
                    <a:pt x="3406" y="8323"/>
                    <a:pt x="3406" y="8418"/>
                  </a:cubicBezTo>
                  <a:lnTo>
                    <a:pt x="3406" y="10394"/>
                  </a:lnTo>
                  <a:lnTo>
                    <a:pt x="1239" y="10394"/>
                  </a:lnTo>
                  <a:lnTo>
                    <a:pt x="1739" y="7858"/>
                  </a:lnTo>
                  <a:close/>
                  <a:moveTo>
                    <a:pt x="3573" y="0"/>
                  </a:moveTo>
                  <a:cubicBezTo>
                    <a:pt x="3477" y="0"/>
                    <a:pt x="3406" y="83"/>
                    <a:pt x="3406" y="167"/>
                  </a:cubicBezTo>
                  <a:lnTo>
                    <a:pt x="3406" y="536"/>
                  </a:lnTo>
                  <a:lnTo>
                    <a:pt x="346" y="536"/>
                  </a:lnTo>
                  <a:cubicBezTo>
                    <a:pt x="144" y="536"/>
                    <a:pt x="1" y="691"/>
                    <a:pt x="1" y="881"/>
                  </a:cubicBezTo>
                  <a:lnTo>
                    <a:pt x="1" y="1238"/>
                  </a:lnTo>
                  <a:cubicBezTo>
                    <a:pt x="1" y="1429"/>
                    <a:pt x="144" y="1584"/>
                    <a:pt x="346" y="1584"/>
                  </a:cubicBezTo>
                  <a:lnTo>
                    <a:pt x="358" y="1584"/>
                  </a:lnTo>
                  <a:lnTo>
                    <a:pt x="358" y="7501"/>
                  </a:lnTo>
                  <a:cubicBezTo>
                    <a:pt x="358" y="7703"/>
                    <a:pt x="501" y="7846"/>
                    <a:pt x="691" y="7846"/>
                  </a:cubicBezTo>
                  <a:lnTo>
                    <a:pt x="1382" y="7846"/>
                  </a:lnTo>
                  <a:lnTo>
                    <a:pt x="715" y="11228"/>
                  </a:lnTo>
                  <a:cubicBezTo>
                    <a:pt x="691" y="11311"/>
                    <a:pt x="751" y="11406"/>
                    <a:pt x="846" y="11418"/>
                  </a:cubicBezTo>
                  <a:lnTo>
                    <a:pt x="870" y="11418"/>
                  </a:lnTo>
                  <a:cubicBezTo>
                    <a:pt x="953" y="11418"/>
                    <a:pt x="1025" y="11359"/>
                    <a:pt x="1037" y="11287"/>
                  </a:cubicBezTo>
                  <a:lnTo>
                    <a:pt x="1156" y="10704"/>
                  </a:lnTo>
                  <a:lnTo>
                    <a:pt x="3394" y="10704"/>
                  </a:lnTo>
                  <a:lnTo>
                    <a:pt x="3394" y="11251"/>
                  </a:lnTo>
                  <a:cubicBezTo>
                    <a:pt x="3394" y="11347"/>
                    <a:pt x="3466" y="11418"/>
                    <a:pt x="3549" y="11418"/>
                  </a:cubicBezTo>
                  <a:cubicBezTo>
                    <a:pt x="3644" y="11418"/>
                    <a:pt x="3716" y="11347"/>
                    <a:pt x="3716" y="11251"/>
                  </a:cubicBezTo>
                  <a:lnTo>
                    <a:pt x="3716" y="10704"/>
                  </a:lnTo>
                  <a:lnTo>
                    <a:pt x="5954" y="10704"/>
                  </a:lnTo>
                  <a:lnTo>
                    <a:pt x="6073" y="11287"/>
                  </a:lnTo>
                  <a:cubicBezTo>
                    <a:pt x="6085" y="11359"/>
                    <a:pt x="6156" y="11418"/>
                    <a:pt x="6228" y="11418"/>
                  </a:cubicBezTo>
                  <a:lnTo>
                    <a:pt x="6264" y="11418"/>
                  </a:lnTo>
                  <a:cubicBezTo>
                    <a:pt x="6347" y="11406"/>
                    <a:pt x="6406" y="11311"/>
                    <a:pt x="6394" y="11228"/>
                  </a:cubicBezTo>
                  <a:lnTo>
                    <a:pt x="5728" y="7846"/>
                  </a:lnTo>
                  <a:lnTo>
                    <a:pt x="6406" y="7846"/>
                  </a:lnTo>
                  <a:cubicBezTo>
                    <a:pt x="6609" y="7846"/>
                    <a:pt x="6752" y="7703"/>
                    <a:pt x="6752" y="7501"/>
                  </a:cubicBezTo>
                  <a:lnTo>
                    <a:pt x="6752" y="1584"/>
                  </a:lnTo>
                  <a:lnTo>
                    <a:pt x="6764" y="1584"/>
                  </a:lnTo>
                  <a:cubicBezTo>
                    <a:pt x="6966" y="1584"/>
                    <a:pt x="7109" y="1429"/>
                    <a:pt x="7109" y="1238"/>
                  </a:cubicBezTo>
                  <a:lnTo>
                    <a:pt x="7109" y="881"/>
                  </a:lnTo>
                  <a:cubicBezTo>
                    <a:pt x="7121" y="691"/>
                    <a:pt x="6978" y="524"/>
                    <a:pt x="6787" y="524"/>
                  </a:cubicBezTo>
                  <a:lnTo>
                    <a:pt x="3739" y="524"/>
                  </a:lnTo>
                  <a:lnTo>
                    <a:pt x="3739" y="167"/>
                  </a:lnTo>
                  <a:cubicBezTo>
                    <a:pt x="3739" y="83"/>
                    <a:pt x="3656" y="0"/>
                    <a:pt x="3573"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 name="Google Shape;12839;p70">
              <a:extLst>
                <a:ext uri="{FF2B5EF4-FFF2-40B4-BE49-F238E27FC236}">
                  <a16:creationId xmlns:a16="http://schemas.microsoft.com/office/drawing/2014/main" id="{F6BB7D5F-8579-C7EE-18A1-78E79F5BFC92}"/>
                </a:ext>
              </a:extLst>
            </p:cNvPr>
            <p:cNvSpPr/>
            <p:nvPr/>
          </p:nvSpPr>
          <p:spPr>
            <a:xfrm>
              <a:off x="5250468" y="2060046"/>
              <a:ext cx="147819" cy="107649"/>
            </a:xfrm>
            <a:custGeom>
              <a:avLst/>
              <a:gdLst/>
              <a:ahLst/>
              <a:cxnLst/>
              <a:rect l="l" t="t" r="r" b="b"/>
              <a:pathLst>
                <a:path w="4644" h="3382" extrusionOk="0">
                  <a:moveTo>
                    <a:pt x="3584" y="1"/>
                  </a:moveTo>
                  <a:cubicBezTo>
                    <a:pt x="3489" y="1"/>
                    <a:pt x="3417" y="84"/>
                    <a:pt x="3417" y="167"/>
                  </a:cubicBezTo>
                  <a:cubicBezTo>
                    <a:pt x="3417" y="263"/>
                    <a:pt x="3489" y="334"/>
                    <a:pt x="3584" y="334"/>
                  </a:cubicBezTo>
                  <a:lnTo>
                    <a:pt x="4072" y="334"/>
                  </a:lnTo>
                  <a:lnTo>
                    <a:pt x="2417" y="1989"/>
                  </a:lnTo>
                  <a:lnTo>
                    <a:pt x="2405" y="1989"/>
                  </a:lnTo>
                  <a:lnTo>
                    <a:pt x="2036" y="1608"/>
                  </a:lnTo>
                  <a:cubicBezTo>
                    <a:pt x="1971" y="1542"/>
                    <a:pt x="1881" y="1510"/>
                    <a:pt x="1792" y="1510"/>
                  </a:cubicBezTo>
                  <a:cubicBezTo>
                    <a:pt x="1703" y="1510"/>
                    <a:pt x="1613" y="1542"/>
                    <a:pt x="1548" y="1608"/>
                  </a:cubicBezTo>
                  <a:lnTo>
                    <a:pt x="60" y="3096"/>
                  </a:lnTo>
                  <a:cubicBezTo>
                    <a:pt x="0" y="3156"/>
                    <a:pt x="0" y="3275"/>
                    <a:pt x="60" y="3334"/>
                  </a:cubicBezTo>
                  <a:cubicBezTo>
                    <a:pt x="83" y="3370"/>
                    <a:pt x="131" y="3382"/>
                    <a:pt x="179" y="3382"/>
                  </a:cubicBezTo>
                  <a:cubicBezTo>
                    <a:pt x="214" y="3382"/>
                    <a:pt x="262" y="3370"/>
                    <a:pt x="298" y="3334"/>
                  </a:cubicBezTo>
                  <a:lnTo>
                    <a:pt x="1786" y="1846"/>
                  </a:lnTo>
                  <a:lnTo>
                    <a:pt x="1798" y="1846"/>
                  </a:lnTo>
                  <a:lnTo>
                    <a:pt x="2167" y="2227"/>
                  </a:lnTo>
                  <a:cubicBezTo>
                    <a:pt x="2227" y="2287"/>
                    <a:pt x="2310" y="2322"/>
                    <a:pt x="2405" y="2322"/>
                  </a:cubicBezTo>
                  <a:cubicBezTo>
                    <a:pt x="2488" y="2322"/>
                    <a:pt x="2584" y="2298"/>
                    <a:pt x="2643" y="2227"/>
                  </a:cubicBezTo>
                  <a:lnTo>
                    <a:pt x="4298" y="572"/>
                  </a:lnTo>
                  <a:lnTo>
                    <a:pt x="4298" y="1060"/>
                  </a:lnTo>
                  <a:cubicBezTo>
                    <a:pt x="4298" y="1155"/>
                    <a:pt x="4370" y="1227"/>
                    <a:pt x="4453" y="1227"/>
                  </a:cubicBezTo>
                  <a:cubicBezTo>
                    <a:pt x="4548" y="1227"/>
                    <a:pt x="4620" y="1155"/>
                    <a:pt x="4620" y="1060"/>
                  </a:cubicBezTo>
                  <a:lnTo>
                    <a:pt x="4620" y="167"/>
                  </a:lnTo>
                  <a:cubicBezTo>
                    <a:pt x="4644" y="84"/>
                    <a:pt x="4560" y="1"/>
                    <a:pt x="4477"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grpSp>
    </p:spTree>
    <p:extLst>
      <p:ext uri="{BB962C8B-B14F-4D97-AF65-F5344CB8AC3E}">
        <p14:creationId xmlns:p14="http://schemas.microsoft.com/office/powerpoint/2010/main" val="412047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63" name="Google Shape;3649;p62">
            <a:extLst>
              <a:ext uri="{FF2B5EF4-FFF2-40B4-BE49-F238E27FC236}">
                <a16:creationId xmlns:a16="http://schemas.microsoft.com/office/drawing/2014/main" id="{0861D6AD-2089-6E3E-D261-4F6265579551}"/>
              </a:ext>
            </a:extLst>
          </p:cNvPr>
          <p:cNvGrpSpPr/>
          <p:nvPr/>
        </p:nvGrpSpPr>
        <p:grpSpPr>
          <a:xfrm>
            <a:off x="1433099" y="823617"/>
            <a:ext cx="9288071" cy="4934460"/>
            <a:chOff x="233350" y="949250"/>
            <a:chExt cx="7137300" cy="3802300"/>
          </a:xfrm>
          <a:solidFill>
            <a:srgbClr val="D9D9D9">
              <a:alpha val="30196"/>
            </a:srgbClr>
          </a:solidFill>
        </p:grpSpPr>
        <p:sp>
          <p:nvSpPr>
            <p:cNvPr id="264" name="Google Shape;3650;p62">
              <a:extLst>
                <a:ext uri="{FF2B5EF4-FFF2-40B4-BE49-F238E27FC236}">
                  <a16:creationId xmlns:a16="http://schemas.microsoft.com/office/drawing/2014/main" id="{CD171624-4C81-AD24-E3A3-F57D9DB39AC6}"/>
                </a:ext>
              </a:extLst>
            </p:cNvPr>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67" name="Google Shape;3651;p62">
              <a:extLst>
                <a:ext uri="{FF2B5EF4-FFF2-40B4-BE49-F238E27FC236}">
                  <a16:creationId xmlns:a16="http://schemas.microsoft.com/office/drawing/2014/main" id="{545F357D-2ED5-D00A-4CB9-5EBFD44F86BA}"/>
                </a:ext>
              </a:extLst>
            </p:cNvPr>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68" name="Google Shape;3652;p62">
              <a:extLst>
                <a:ext uri="{FF2B5EF4-FFF2-40B4-BE49-F238E27FC236}">
                  <a16:creationId xmlns:a16="http://schemas.microsoft.com/office/drawing/2014/main" id="{254D603D-6F3C-61C6-17FC-00F9AC67DE49}"/>
                </a:ext>
              </a:extLst>
            </p:cNvPr>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69" name="Google Shape;3653;p62">
              <a:extLst>
                <a:ext uri="{FF2B5EF4-FFF2-40B4-BE49-F238E27FC236}">
                  <a16:creationId xmlns:a16="http://schemas.microsoft.com/office/drawing/2014/main" id="{20915756-FFFA-F357-31EC-6DD370854EAA}"/>
                </a:ext>
              </a:extLst>
            </p:cNvPr>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0" name="Google Shape;3654;p62">
              <a:extLst>
                <a:ext uri="{FF2B5EF4-FFF2-40B4-BE49-F238E27FC236}">
                  <a16:creationId xmlns:a16="http://schemas.microsoft.com/office/drawing/2014/main" id="{6B534FB2-2EA8-A23C-2FB0-AE86A9CC07EE}"/>
                </a:ext>
              </a:extLst>
            </p:cNvPr>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1" name="Google Shape;3655;p62">
              <a:extLst>
                <a:ext uri="{FF2B5EF4-FFF2-40B4-BE49-F238E27FC236}">
                  <a16:creationId xmlns:a16="http://schemas.microsoft.com/office/drawing/2014/main" id="{DF057C05-C50F-B050-DD9B-A32990196A43}"/>
                </a:ext>
              </a:extLst>
            </p:cNvPr>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2" name="Google Shape;3656;p62">
              <a:extLst>
                <a:ext uri="{FF2B5EF4-FFF2-40B4-BE49-F238E27FC236}">
                  <a16:creationId xmlns:a16="http://schemas.microsoft.com/office/drawing/2014/main" id="{850F6537-8440-7AE4-D634-FA5C2555B3FB}"/>
                </a:ext>
              </a:extLst>
            </p:cNvPr>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3" name="Google Shape;3657;p62">
              <a:extLst>
                <a:ext uri="{FF2B5EF4-FFF2-40B4-BE49-F238E27FC236}">
                  <a16:creationId xmlns:a16="http://schemas.microsoft.com/office/drawing/2014/main" id="{6671DEAE-B57E-228E-35D5-99F64E0329A8}"/>
                </a:ext>
              </a:extLst>
            </p:cNvPr>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4" name="Google Shape;3658;p62">
              <a:extLst>
                <a:ext uri="{FF2B5EF4-FFF2-40B4-BE49-F238E27FC236}">
                  <a16:creationId xmlns:a16="http://schemas.microsoft.com/office/drawing/2014/main" id="{98448847-1CE4-8538-16B9-19C0638210D0}"/>
                </a:ext>
              </a:extLst>
            </p:cNvPr>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5" name="Google Shape;3659;p62">
              <a:extLst>
                <a:ext uri="{FF2B5EF4-FFF2-40B4-BE49-F238E27FC236}">
                  <a16:creationId xmlns:a16="http://schemas.microsoft.com/office/drawing/2014/main" id="{8EAA9E87-39C7-3ECB-796B-967A0458B802}"/>
                </a:ext>
              </a:extLst>
            </p:cNvPr>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6" name="Google Shape;3660;p62">
              <a:extLst>
                <a:ext uri="{FF2B5EF4-FFF2-40B4-BE49-F238E27FC236}">
                  <a16:creationId xmlns:a16="http://schemas.microsoft.com/office/drawing/2014/main" id="{CB79BCDD-04F9-BA33-02D6-B4AF55BF31F7}"/>
                </a:ext>
              </a:extLst>
            </p:cNvPr>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7" name="Google Shape;3661;p62">
              <a:extLst>
                <a:ext uri="{FF2B5EF4-FFF2-40B4-BE49-F238E27FC236}">
                  <a16:creationId xmlns:a16="http://schemas.microsoft.com/office/drawing/2014/main" id="{2DA547FB-29D7-3CC1-822E-57E83B30808D}"/>
                </a:ext>
              </a:extLst>
            </p:cNvPr>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8" name="Google Shape;3662;p62">
              <a:extLst>
                <a:ext uri="{FF2B5EF4-FFF2-40B4-BE49-F238E27FC236}">
                  <a16:creationId xmlns:a16="http://schemas.microsoft.com/office/drawing/2014/main" id="{29141837-A8B0-1312-4148-3382B2E24C6D}"/>
                </a:ext>
              </a:extLst>
            </p:cNvPr>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79" name="Google Shape;3663;p62">
              <a:extLst>
                <a:ext uri="{FF2B5EF4-FFF2-40B4-BE49-F238E27FC236}">
                  <a16:creationId xmlns:a16="http://schemas.microsoft.com/office/drawing/2014/main" id="{2F0EB409-477C-6E8A-A3B6-DDD0C7AB56C3}"/>
                </a:ext>
              </a:extLst>
            </p:cNvPr>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0" name="Google Shape;3664;p62">
              <a:extLst>
                <a:ext uri="{FF2B5EF4-FFF2-40B4-BE49-F238E27FC236}">
                  <a16:creationId xmlns:a16="http://schemas.microsoft.com/office/drawing/2014/main" id="{3AF4936E-D0DF-EDEC-A345-736C758036CA}"/>
                </a:ext>
              </a:extLst>
            </p:cNvPr>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1" name="Google Shape;3665;p62">
              <a:extLst>
                <a:ext uri="{FF2B5EF4-FFF2-40B4-BE49-F238E27FC236}">
                  <a16:creationId xmlns:a16="http://schemas.microsoft.com/office/drawing/2014/main" id="{7EF60FCC-A88B-7DB1-77E4-ECF310B5278A}"/>
                </a:ext>
              </a:extLst>
            </p:cNvPr>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2" name="Google Shape;3666;p62">
              <a:extLst>
                <a:ext uri="{FF2B5EF4-FFF2-40B4-BE49-F238E27FC236}">
                  <a16:creationId xmlns:a16="http://schemas.microsoft.com/office/drawing/2014/main" id="{D238F8BD-5F68-2E38-EA7B-C3486AFC5201}"/>
                </a:ext>
              </a:extLst>
            </p:cNvPr>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3" name="Google Shape;3667;p62">
              <a:extLst>
                <a:ext uri="{FF2B5EF4-FFF2-40B4-BE49-F238E27FC236}">
                  <a16:creationId xmlns:a16="http://schemas.microsoft.com/office/drawing/2014/main" id="{63C8058E-7CE0-2837-8D7C-A8D4D625C6B5}"/>
                </a:ext>
              </a:extLst>
            </p:cNvPr>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4" name="Google Shape;3668;p62">
              <a:extLst>
                <a:ext uri="{FF2B5EF4-FFF2-40B4-BE49-F238E27FC236}">
                  <a16:creationId xmlns:a16="http://schemas.microsoft.com/office/drawing/2014/main" id="{21E44339-A657-F48E-E049-BBDE07796862}"/>
                </a:ext>
              </a:extLst>
            </p:cNvPr>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5" name="Google Shape;3669;p62">
              <a:extLst>
                <a:ext uri="{FF2B5EF4-FFF2-40B4-BE49-F238E27FC236}">
                  <a16:creationId xmlns:a16="http://schemas.microsoft.com/office/drawing/2014/main" id="{125D9F6D-97B7-CC56-5520-681F46D6EA3F}"/>
                </a:ext>
              </a:extLst>
            </p:cNvPr>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6" name="Google Shape;3670;p62">
              <a:extLst>
                <a:ext uri="{FF2B5EF4-FFF2-40B4-BE49-F238E27FC236}">
                  <a16:creationId xmlns:a16="http://schemas.microsoft.com/office/drawing/2014/main" id="{8F0FAFB9-1893-1D9C-63E7-CF04B82A58D6}"/>
                </a:ext>
              </a:extLst>
            </p:cNvPr>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7" name="Google Shape;3671;p62">
              <a:extLst>
                <a:ext uri="{FF2B5EF4-FFF2-40B4-BE49-F238E27FC236}">
                  <a16:creationId xmlns:a16="http://schemas.microsoft.com/office/drawing/2014/main" id="{E920D7F4-FF99-7F93-4F9F-024822E0B2FB}"/>
                </a:ext>
              </a:extLst>
            </p:cNvPr>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8" name="Google Shape;3672;p62">
              <a:extLst>
                <a:ext uri="{FF2B5EF4-FFF2-40B4-BE49-F238E27FC236}">
                  <a16:creationId xmlns:a16="http://schemas.microsoft.com/office/drawing/2014/main" id="{24219AEA-9CF6-EE80-7CB5-CF367D527D60}"/>
                </a:ext>
              </a:extLst>
            </p:cNvPr>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89" name="Google Shape;3673;p62">
              <a:extLst>
                <a:ext uri="{FF2B5EF4-FFF2-40B4-BE49-F238E27FC236}">
                  <a16:creationId xmlns:a16="http://schemas.microsoft.com/office/drawing/2014/main" id="{D7849EBA-4E3A-3C6C-8E34-D9AE208485F7}"/>
                </a:ext>
              </a:extLst>
            </p:cNvPr>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0" name="Google Shape;3674;p62">
              <a:extLst>
                <a:ext uri="{FF2B5EF4-FFF2-40B4-BE49-F238E27FC236}">
                  <a16:creationId xmlns:a16="http://schemas.microsoft.com/office/drawing/2014/main" id="{43C814D7-1D14-DD0F-87A6-DAE64C2F8AF0}"/>
                </a:ext>
              </a:extLst>
            </p:cNvPr>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1" name="Google Shape;3675;p62">
              <a:extLst>
                <a:ext uri="{FF2B5EF4-FFF2-40B4-BE49-F238E27FC236}">
                  <a16:creationId xmlns:a16="http://schemas.microsoft.com/office/drawing/2014/main" id="{7B72B1C6-B714-4BCB-D6D0-97F7074D3B84}"/>
                </a:ext>
              </a:extLst>
            </p:cNvPr>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2" name="Google Shape;3676;p62">
              <a:extLst>
                <a:ext uri="{FF2B5EF4-FFF2-40B4-BE49-F238E27FC236}">
                  <a16:creationId xmlns:a16="http://schemas.microsoft.com/office/drawing/2014/main" id="{439F98E9-B709-8B86-4D86-635D0C9E678D}"/>
                </a:ext>
              </a:extLst>
            </p:cNvPr>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3" name="Google Shape;3677;p62">
              <a:extLst>
                <a:ext uri="{FF2B5EF4-FFF2-40B4-BE49-F238E27FC236}">
                  <a16:creationId xmlns:a16="http://schemas.microsoft.com/office/drawing/2014/main" id="{7C790391-C3BF-A2DE-C287-913DD2F75F2F}"/>
                </a:ext>
              </a:extLst>
            </p:cNvPr>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4" name="Google Shape;3678;p62">
              <a:extLst>
                <a:ext uri="{FF2B5EF4-FFF2-40B4-BE49-F238E27FC236}">
                  <a16:creationId xmlns:a16="http://schemas.microsoft.com/office/drawing/2014/main" id="{02E61D64-202D-9E64-423A-F14BA5A15439}"/>
                </a:ext>
              </a:extLst>
            </p:cNvPr>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5" name="Google Shape;3679;p62">
              <a:extLst>
                <a:ext uri="{FF2B5EF4-FFF2-40B4-BE49-F238E27FC236}">
                  <a16:creationId xmlns:a16="http://schemas.microsoft.com/office/drawing/2014/main" id="{399BD323-A2E5-C669-289E-21EF44070AF5}"/>
                </a:ext>
              </a:extLst>
            </p:cNvPr>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6" name="Google Shape;3680;p62">
              <a:extLst>
                <a:ext uri="{FF2B5EF4-FFF2-40B4-BE49-F238E27FC236}">
                  <a16:creationId xmlns:a16="http://schemas.microsoft.com/office/drawing/2014/main" id="{2B39494B-26D6-3F95-F701-7FAD0C2EF608}"/>
                </a:ext>
              </a:extLst>
            </p:cNvPr>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7" name="Google Shape;3681;p62">
              <a:extLst>
                <a:ext uri="{FF2B5EF4-FFF2-40B4-BE49-F238E27FC236}">
                  <a16:creationId xmlns:a16="http://schemas.microsoft.com/office/drawing/2014/main" id="{6D6E0559-4602-81F5-9D88-DB82F137BBBF}"/>
                </a:ext>
              </a:extLst>
            </p:cNvPr>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8" name="Google Shape;3682;p62">
              <a:extLst>
                <a:ext uri="{FF2B5EF4-FFF2-40B4-BE49-F238E27FC236}">
                  <a16:creationId xmlns:a16="http://schemas.microsoft.com/office/drawing/2014/main" id="{60895D08-B30C-1454-EEFB-562F6A777C8D}"/>
                </a:ext>
              </a:extLst>
            </p:cNvPr>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299" name="Google Shape;3683;p62">
              <a:extLst>
                <a:ext uri="{FF2B5EF4-FFF2-40B4-BE49-F238E27FC236}">
                  <a16:creationId xmlns:a16="http://schemas.microsoft.com/office/drawing/2014/main" id="{207E9A82-8127-4E0A-00D2-2640C92E5124}"/>
                </a:ext>
              </a:extLst>
            </p:cNvPr>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0" name="Google Shape;3684;p62">
              <a:extLst>
                <a:ext uri="{FF2B5EF4-FFF2-40B4-BE49-F238E27FC236}">
                  <a16:creationId xmlns:a16="http://schemas.microsoft.com/office/drawing/2014/main" id="{8C7D7785-491D-0732-BD42-F7CFD221C0DD}"/>
                </a:ext>
              </a:extLst>
            </p:cNvPr>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1" name="Google Shape;3685;p62">
              <a:extLst>
                <a:ext uri="{FF2B5EF4-FFF2-40B4-BE49-F238E27FC236}">
                  <a16:creationId xmlns:a16="http://schemas.microsoft.com/office/drawing/2014/main" id="{7CDF33BD-9D3D-68B3-BF20-20B607E00080}"/>
                </a:ext>
              </a:extLst>
            </p:cNvPr>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2" name="Google Shape;3686;p62">
              <a:extLst>
                <a:ext uri="{FF2B5EF4-FFF2-40B4-BE49-F238E27FC236}">
                  <a16:creationId xmlns:a16="http://schemas.microsoft.com/office/drawing/2014/main" id="{97E47DBE-8239-105B-D3AE-1ED0CB2FDA7A}"/>
                </a:ext>
              </a:extLst>
            </p:cNvPr>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3" name="Google Shape;3687;p62">
              <a:extLst>
                <a:ext uri="{FF2B5EF4-FFF2-40B4-BE49-F238E27FC236}">
                  <a16:creationId xmlns:a16="http://schemas.microsoft.com/office/drawing/2014/main" id="{F80E610D-5C0B-50CD-12DA-AEB95E2BCA0C}"/>
                </a:ext>
              </a:extLst>
            </p:cNvPr>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4" name="Google Shape;3688;p62">
              <a:extLst>
                <a:ext uri="{FF2B5EF4-FFF2-40B4-BE49-F238E27FC236}">
                  <a16:creationId xmlns:a16="http://schemas.microsoft.com/office/drawing/2014/main" id="{BDBF5A9E-7858-F0B8-2247-CD5B25E04D82}"/>
                </a:ext>
              </a:extLst>
            </p:cNvPr>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5" name="Google Shape;3689;p62">
              <a:extLst>
                <a:ext uri="{FF2B5EF4-FFF2-40B4-BE49-F238E27FC236}">
                  <a16:creationId xmlns:a16="http://schemas.microsoft.com/office/drawing/2014/main" id="{070DC9E4-BBDE-42B2-79CE-3C045C9C2462}"/>
                </a:ext>
              </a:extLst>
            </p:cNvPr>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6" name="Google Shape;3690;p62">
              <a:extLst>
                <a:ext uri="{FF2B5EF4-FFF2-40B4-BE49-F238E27FC236}">
                  <a16:creationId xmlns:a16="http://schemas.microsoft.com/office/drawing/2014/main" id="{ECE1915C-F4C0-1A67-A2D8-E09D49F17817}"/>
                </a:ext>
              </a:extLst>
            </p:cNvPr>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7" name="Google Shape;3691;p62">
              <a:extLst>
                <a:ext uri="{FF2B5EF4-FFF2-40B4-BE49-F238E27FC236}">
                  <a16:creationId xmlns:a16="http://schemas.microsoft.com/office/drawing/2014/main" id="{57C2EC19-EDDA-5112-04F9-991876238CC7}"/>
                </a:ext>
              </a:extLst>
            </p:cNvPr>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8" name="Google Shape;3692;p62">
              <a:extLst>
                <a:ext uri="{FF2B5EF4-FFF2-40B4-BE49-F238E27FC236}">
                  <a16:creationId xmlns:a16="http://schemas.microsoft.com/office/drawing/2014/main" id="{53DAA9EE-1A0F-1670-CA36-42F7FFCCC449}"/>
                </a:ext>
              </a:extLst>
            </p:cNvPr>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09" name="Google Shape;3693;p62">
              <a:extLst>
                <a:ext uri="{FF2B5EF4-FFF2-40B4-BE49-F238E27FC236}">
                  <a16:creationId xmlns:a16="http://schemas.microsoft.com/office/drawing/2014/main" id="{AB9E3317-8A1F-DF3C-8C3E-F8D2A08C0618}"/>
                </a:ext>
              </a:extLst>
            </p:cNvPr>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10" name="Google Shape;3694;p62">
              <a:extLst>
                <a:ext uri="{FF2B5EF4-FFF2-40B4-BE49-F238E27FC236}">
                  <a16:creationId xmlns:a16="http://schemas.microsoft.com/office/drawing/2014/main" id="{482457A3-ECB1-8C74-42B9-A364947225C0}"/>
                </a:ext>
              </a:extLst>
            </p:cNvPr>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11" name="Google Shape;3695;p62">
              <a:extLst>
                <a:ext uri="{FF2B5EF4-FFF2-40B4-BE49-F238E27FC236}">
                  <a16:creationId xmlns:a16="http://schemas.microsoft.com/office/drawing/2014/main" id="{45ACFCE0-8666-3F71-FF20-1DFB3174150B}"/>
                </a:ext>
              </a:extLst>
            </p:cNvPr>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12" name="Google Shape;3696;p62">
              <a:extLst>
                <a:ext uri="{FF2B5EF4-FFF2-40B4-BE49-F238E27FC236}">
                  <a16:creationId xmlns:a16="http://schemas.microsoft.com/office/drawing/2014/main" id="{5B52137D-8DDF-7B9A-5147-9A9404D7DED9}"/>
                </a:ext>
              </a:extLst>
            </p:cNvPr>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13" name="Google Shape;3697;p62">
              <a:extLst>
                <a:ext uri="{FF2B5EF4-FFF2-40B4-BE49-F238E27FC236}">
                  <a16:creationId xmlns:a16="http://schemas.microsoft.com/office/drawing/2014/main" id="{288AE6DE-1C1C-8B73-EEFC-57C4F338EA5D}"/>
                </a:ext>
              </a:extLst>
            </p:cNvPr>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14" name="Google Shape;3698;p62">
              <a:extLst>
                <a:ext uri="{FF2B5EF4-FFF2-40B4-BE49-F238E27FC236}">
                  <a16:creationId xmlns:a16="http://schemas.microsoft.com/office/drawing/2014/main" id="{421CD82D-7C1B-4049-E020-DDF826D7D686}"/>
                </a:ext>
              </a:extLst>
            </p:cNvPr>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15" name="Google Shape;3699;p62">
              <a:extLst>
                <a:ext uri="{FF2B5EF4-FFF2-40B4-BE49-F238E27FC236}">
                  <a16:creationId xmlns:a16="http://schemas.microsoft.com/office/drawing/2014/main" id="{DA6FA7B4-6484-866F-C808-0A139DC473A7}"/>
                </a:ext>
              </a:extLst>
            </p:cNvPr>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sp>
          <p:nvSpPr>
            <p:cNvPr id="316" name="Google Shape;3700;p62">
              <a:extLst>
                <a:ext uri="{FF2B5EF4-FFF2-40B4-BE49-F238E27FC236}">
                  <a16:creationId xmlns:a16="http://schemas.microsoft.com/office/drawing/2014/main" id="{4885B37E-E2EA-59D6-14F7-1A77EAC6AF1F}"/>
                </a:ext>
              </a:extLst>
            </p:cNvPr>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solidFill>
                  <a:schemeClr val="bg2">
                    <a:lumMod val="10000"/>
                  </a:schemeClr>
                </a:solidFill>
                <a:latin typeface="Arial"/>
                <a:ea typeface="Arial"/>
                <a:cs typeface="Arial"/>
                <a:sym typeface="Arial"/>
              </a:endParaRPr>
            </a:p>
          </p:txBody>
        </p:sp>
      </p:grpSp>
      <p:sp>
        <p:nvSpPr>
          <p:cNvPr id="26626" name="TextBox 251">
            <a:extLst>
              <a:ext uri="{FF2B5EF4-FFF2-40B4-BE49-F238E27FC236}">
                <a16:creationId xmlns:a16="http://schemas.microsoft.com/office/drawing/2014/main" id="{798B55C0-4003-E475-F29D-F1F1E1D242D1}"/>
              </a:ext>
            </a:extLst>
          </p:cNvPr>
          <p:cNvSpPr txBox="1">
            <a:spLocks noChangeArrowheads="1"/>
          </p:cNvSpPr>
          <p:nvPr/>
        </p:nvSpPr>
        <p:spPr bwMode="auto">
          <a:xfrm>
            <a:off x="7533218" y="2387601"/>
            <a:ext cx="2855383" cy="1107996"/>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buClr>
                <a:srgbClr val="1F2892"/>
              </a:buClr>
              <a:buSzPts val="6000"/>
              <a:defRPr/>
            </a:pPr>
            <a:r>
              <a:rPr lang="en-US" altLang="ar-SA" sz="6600" dirty="0">
                <a:solidFill>
                  <a:schemeClr val="bg2">
                    <a:lumMod val="10000"/>
                  </a:schemeClr>
                </a:solidFill>
                <a:latin typeface="Besley" charset="0"/>
                <a:cs typeface="Besley" charset="0"/>
                <a:sym typeface="Besley" charset="0"/>
              </a:rPr>
              <a:t>244K</a:t>
            </a:r>
          </a:p>
        </p:txBody>
      </p:sp>
      <p:sp>
        <p:nvSpPr>
          <p:cNvPr id="26627" name="TextBox 252">
            <a:extLst>
              <a:ext uri="{FF2B5EF4-FFF2-40B4-BE49-F238E27FC236}">
                <a16:creationId xmlns:a16="http://schemas.microsoft.com/office/drawing/2014/main" id="{A3C2ABCE-5CE6-7238-DB76-9C27CA6BAC12}"/>
              </a:ext>
            </a:extLst>
          </p:cNvPr>
          <p:cNvSpPr txBox="1">
            <a:spLocks noChangeArrowheads="1"/>
          </p:cNvSpPr>
          <p:nvPr/>
        </p:nvSpPr>
        <p:spPr bwMode="auto">
          <a:xfrm>
            <a:off x="6919384" y="3441701"/>
            <a:ext cx="4231216" cy="1231900"/>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00" dirty="0">
                <a:solidFill>
                  <a:schemeClr val="bg2">
                    <a:lumMod val="10000"/>
                  </a:schemeClr>
                </a:solidFill>
                <a:latin typeface="Aptos Display" panose="020B0004020202020204" pitchFamily="34" charset="0"/>
              </a:rPr>
              <a:t> The number of Americans sent to prison annually for drug related crimes.</a:t>
            </a:r>
            <a:endParaRPr lang="en-US" altLang="ar-SA" sz="2400" b="1" dirty="0">
              <a:solidFill>
                <a:schemeClr val="bg2">
                  <a:lumMod val="10000"/>
                </a:schemeClr>
              </a:solidFill>
              <a:latin typeface="Aptos Display" panose="020B0004020202020204" pitchFamily="34" charset="0"/>
            </a:endParaRPr>
          </a:p>
        </p:txBody>
      </p:sp>
      <p:sp>
        <p:nvSpPr>
          <p:cNvPr id="26628" name="TextBox 253">
            <a:extLst>
              <a:ext uri="{FF2B5EF4-FFF2-40B4-BE49-F238E27FC236}">
                <a16:creationId xmlns:a16="http://schemas.microsoft.com/office/drawing/2014/main" id="{0A4D850D-951A-E89E-F22E-80D63BC0FF1D}"/>
              </a:ext>
            </a:extLst>
          </p:cNvPr>
          <p:cNvSpPr txBox="1">
            <a:spLocks noChangeArrowheads="1"/>
          </p:cNvSpPr>
          <p:nvPr/>
        </p:nvSpPr>
        <p:spPr bwMode="auto">
          <a:xfrm>
            <a:off x="3225800" y="4006851"/>
            <a:ext cx="2855384" cy="1107996"/>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buClr>
                <a:srgbClr val="1F2892"/>
              </a:buClr>
              <a:buSzPts val="6000"/>
              <a:defRPr/>
            </a:pPr>
            <a:r>
              <a:rPr lang="en-US" altLang="ar-SA" sz="6600" dirty="0">
                <a:solidFill>
                  <a:schemeClr val="bg2">
                    <a:lumMod val="10000"/>
                  </a:schemeClr>
                </a:solidFill>
                <a:latin typeface="Besley" charset="0"/>
                <a:cs typeface="Besley" charset="0"/>
              </a:rPr>
              <a:t>35B$</a:t>
            </a:r>
          </a:p>
        </p:txBody>
      </p:sp>
      <p:sp>
        <p:nvSpPr>
          <p:cNvPr id="26629" name="TextBox 254">
            <a:extLst>
              <a:ext uri="{FF2B5EF4-FFF2-40B4-BE49-F238E27FC236}">
                <a16:creationId xmlns:a16="http://schemas.microsoft.com/office/drawing/2014/main" id="{E1E4FDC3-8F1B-E624-87E0-9428B8085FE8}"/>
              </a:ext>
            </a:extLst>
          </p:cNvPr>
          <p:cNvSpPr txBox="1">
            <a:spLocks noChangeArrowheads="1"/>
          </p:cNvSpPr>
          <p:nvPr/>
        </p:nvSpPr>
        <p:spPr bwMode="auto">
          <a:xfrm>
            <a:off x="2534301" y="4978838"/>
            <a:ext cx="4231217" cy="861483"/>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00" dirty="0">
                <a:solidFill>
                  <a:schemeClr val="bg2">
                    <a:lumMod val="10000"/>
                  </a:schemeClr>
                </a:solidFill>
                <a:latin typeface="Aptos Display" panose="020B0004020202020204" pitchFamily="34" charset="0"/>
              </a:rPr>
              <a:t>The federal budget for drug control in 2020.</a:t>
            </a:r>
          </a:p>
        </p:txBody>
      </p:sp>
      <p:sp>
        <p:nvSpPr>
          <p:cNvPr id="26630" name="TextBox 264">
            <a:extLst>
              <a:ext uri="{FF2B5EF4-FFF2-40B4-BE49-F238E27FC236}">
                <a16:creationId xmlns:a16="http://schemas.microsoft.com/office/drawing/2014/main" id="{889F6EF8-6BA7-9FAA-D6F5-C398BB70C926}"/>
              </a:ext>
            </a:extLst>
          </p:cNvPr>
          <p:cNvSpPr txBox="1">
            <a:spLocks noChangeArrowheads="1"/>
          </p:cNvSpPr>
          <p:nvPr/>
        </p:nvSpPr>
        <p:spPr bwMode="auto">
          <a:xfrm>
            <a:off x="2760133" y="1170518"/>
            <a:ext cx="2372784" cy="1107996"/>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buClr>
                <a:srgbClr val="1F2892"/>
              </a:buClr>
              <a:buSzPts val="6000"/>
              <a:defRPr/>
            </a:pPr>
            <a:r>
              <a:rPr lang="en-US" altLang="ar-SA" sz="6600" dirty="0">
                <a:solidFill>
                  <a:schemeClr val="bg2">
                    <a:lumMod val="10000"/>
                  </a:schemeClr>
                </a:solidFill>
                <a:latin typeface="Besley" charset="0"/>
                <a:cs typeface="Besley" charset="0"/>
              </a:rPr>
              <a:t>80%</a:t>
            </a:r>
          </a:p>
        </p:txBody>
      </p:sp>
      <p:sp>
        <p:nvSpPr>
          <p:cNvPr id="26631" name="TextBox 265">
            <a:extLst>
              <a:ext uri="{FF2B5EF4-FFF2-40B4-BE49-F238E27FC236}">
                <a16:creationId xmlns:a16="http://schemas.microsoft.com/office/drawing/2014/main" id="{0CF87CC7-2E85-A0B8-C21E-CA72E771014F}"/>
              </a:ext>
            </a:extLst>
          </p:cNvPr>
          <p:cNvSpPr txBox="1">
            <a:spLocks noChangeArrowheads="1"/>
          </p:cNvSpPr>
          <p:nvPr/>
        </p:nvSpPr>
        <p:spPr bwMode="auto">
          <a:xfrm>
            <a:off x="1780117" y="2338918"/>
            <a:ext cx="4231216" cy="1231900"/>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00" dirty="0">
                <a:solidFill>
                  <a:schemeClr val="bg2">
                    <a:lumMod val="10000"/>
                  </a:schemeClr>
                </a:solidFill>
                <a:latin typeface="Aptos Display" panose="020B0004020202020204" pitchFamily="34" charset="0"/>
              </a:rPr>
              <a:t>The percentage of prison inmates who abuse drugs or alcohol.</a:t>
            </a:r>
          </a:p>
        </p:txBody>
      </p:sp>
      <p:sp>
        <p:nvSpPr>
          <p:cNvPr id="26632" name="TextBox 1">
            <a:extLst>
              <a:ext uri="{FF2B5EF4-FFF2-40B4-BE49-F238E27FC236}">
                <a16:creationId xmlns:a16="http://schemas.microsoft.com/office/drawing/2014/main" id="{99138F95-74C5-C64E-60D8-2DF12913FB6B}"/>
              </a:ext>
            </a:extLst>
          </p:cNvPr>
          <p:cNvSpPr txBox="1">
            <a:spLocks noChangeArrowheads="1"/>
          </p:cNvSpPr>
          <p:nvPr/>
        </p:nvSpPr>
        <p:spPr bwMode="auto">
          <a:xfrm>
            <a:off x="7294034" y="6445251"/>
            <a:ext cx="5001684" cy="338554"/>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defRPr/>
            </a:pPr>
            <a:r>
              <a:rPr lang="en-US" altLang="ar-SA" sz="1600" dirty="0">
                <a:solidFill>
                  <a:schemeClr val="bg2">
                    <a:lumMod val="10000"/>
                  </a:schemeClr>
                </a:solidFill>
              </a:rPr>
              <a:t>National Center for Drug Abuse Statistics (NCDAS)</a:t>
            </a:r>
          </a:p>
        </p:txBody>
      </p:sp>
      <p:sp>
        <p:nvSpPr>
          <p:cNvPr id="2" name="Google Shape;973;p51">
            <a:extLst>
              <a:ext uri="{FF2B5EF4-FFF2-40B4-BE49-F238E27FC236}">
                <a16:creationId xmlns:a16="http://schemas.microsoft.com/office/drawing/2014/main" id="{BC3BB037-D8F3-6083-57EE-FE6B42005D0D}"/>
              </a:ext>
            </a:extLst>
          </p:cNvPr>
          <p:cNvSpPr/>
          <p:nvPr/>
        </p:nvSpPr>
        <p:spPr>
          <a:xfrm>
            <a:off x="5103820" y="753140"/>
            <a:ext cx="1058333" cy="1231900"/>
          </a:xfrm>
          <a:custGeom>
            <a:avLst/>
            <a:gdLst/>
            <a:ahLst/>
            <a:cxnLst/>
            <a:rect l="l" t="t" r="r" b="b"/>
            <a:pathLst>
              <a:path w="17937" h="17919" extrusionOk="0">
                <a:moveTo>
                  <a:pt x="5909" y="525"/>
                </a:moveTo>
                <a:cubicBezTo>
                  <a:pt x="6014" y="525"/>
                  <a:pt x="6119" y="612"/>
                  <a:pt x="6119" y="735"/>
                </a:cubicBezTo>
                <a:lnTo>
                  <a:pt x="6119" y="1067"/>
                </a:lnTo>
                <a:lnTo>
                  <a:pt x="4231" y="1067"/>
                </a:lnTo>
                <a:lnTo>
                  <a:pt x="4231" y="735"/>
                </a:lnTo>
                <a:cubicBezTo>
                  <a:pt x="4231" y="612"/>
                  <a:pt x="4336" y="525"/>
                  <a:pt x="4441" y="525"/>
                </a:cubicBezTo>
                <a:close/>
                <a:moveTo>
                  <a:pt x="13234" y="525"/>
                </a:moveTo>
                <a:cubicBezTo>
                  <a:pt x="13356" y="525"/>
                  <a:pt x="13461" y="612"/>
                  <a:pt x="13461" y="735"/>
                </a:cubicBezTo>
                <a:lnTo>
                  <a:pt x="13461" y="1067"/>
                </a:lnTo>
                <a:lnTo>
                  <a:pt x="11573" y="1067"/>
                </a:lnTo>
                <a:lnTo>
                  <a:pt x="11573" y="735"/>
                </a:lnTo>
                <a:cubicBezTo>
                  <a:pt x="11573" y="612"/>
                  <a:pt x="11660" y="525"/>
                  <a:pt x="11783" y="525"/>
                </a:cubicBezTo>
                <a:close/>
                <a:moveTo>
                  <a:pt x="14860" y="9563"/>
                </a:moveTo>
                <a:cubicBezTo>
                  <a:pt x="14912" y="9895"/>
                  <a:pt x="14929" y="10210"/>
                  <a:pt x="14929" y="10524"/>
                </a:cubicBezTo>
                <a:lnTo>
                  <a:pt x="14929" y="12063"/>
                </a:lnTo>
                <a:lnTo>
                  <a:pt x="10524" y="12063"/>
                </a:lnTo>
                <a:cubicBezTo>
                  <a:pt x="10384" y="12063"/>
                  <a:pt x="10244" y="12063"/>
                  <a:pt x="10105" y="12080"/>
                </a:cubicBezTo>
                <a:lnTo>
                  <a:pt x="10105" y="10524"/>
                </a:lnTo>
                <a:cubicBezTo>
                  <a:pt x="10105" y="10210"/>
                  <a:pt x="10122" y="9895"/>
                  <a:pt x="10175" y="9563"/>
                </a:cubicBezTo>
                <a:close/>
                <a:moveTo>
                  <a:pt x="7517" y="9563"/>
                </a:moveTo>
                <a:cubicBezTo>
                  <a:pt x="7570" y="9895"/>
                  <a:pt x="7587" y="10210"/>
                  <a:pt x="7587" y="10524"/>
                </a:cubicBezTo>
                <a:lnTo>
                  <a:pt x="7587" y="12657"/>
                </a:lnTo>
                <a:lnTo>
                  <a:pt x="7465" y="12709"/>
                </a:lnTo>
                <a:cubicBezTo>
                  <a:pt x="7010" y="12919"/>
                  <a:pt x="6538" y="13059"/>
                  <a:pt x="6049" y="13164"/>
                </a:cubicBezTo>
                <a:lnTo>
                  <a:pt x="2780" y="13653"/>
                </a:lnTo>
                <a:lnTo>
                  <a:pt x="2780" y="10524"/>
                </a:lnTo>
                <a:cubicBezTo>
                  <a:pt x="2762" y="10210"/>
                  <a:pt x="2797" y="9895"/>
                  <a:pt x="2832" y="9563"/>
                </a:cubicBezTo>
                <a:close/>
                <a:moveTo>
                  <a:pt x="2780" y="16346"/>
                </a:moveTo>
                <a:lnTo>
                  <a:pt x="6049" y="16835"/>
                </a:lnTo>
                <a:cubicBezTo>
                  <a:pt x="6486" y="16922"/>
                  <a:pt x="6906" y="17045"/>
                  <a:pt x="7325" y="17220"/>
                </a:cubicBezTo>
                <a:cubicBezTo>
                  <a:pt x="7185" y="17342"/>
                  <a:pt x="7010" y="17394"/>
                  <a:pt x="6818" y="17394"/>
                </a:cubicBezTo>
                <a:lnTo>
                  <a:pt x="3532" y="17394"/>
                </a:lnTo>
                <a:cubicBezTo>
                  <a:pt x="3112" y="17394"/>
                  <a:pt x="2780" y="17062"/>
                  <a:pt x="2780" y="16643"/>
                </a:cubicBezTo>
                <a:lnTo>
                  <a:pt x="2780" y="16346"/>
                </a:lnTo>
                <a:close/>
                <a:moveTo>
                  <a:pt x="16066" y="12587"/>
                </a:moveTo>
                <a:lnTo>
                  <a:pt x="16066" y="17394"/>
                </a:lnTo>
                <a:lnTo>
                  <a:pt x="14213" y="17394"/>
                </a:lnTo>
                <a:lnTo>
                  <a:pt x="14213" y="16188"/>
                </a:lnTo>
                <a:cubicBezTo>
                  <a:pt x="14195" y="16171"/>
                  <a:pt x="14213" y="16153"/>
                  <a:pt x="14230" y="16136"/>
                </a:cubicBezTo>
                <a:cubicBezTo>
                  <a:pt x="14772" y="15471"/>
                  <a:pt x="14772" y="14510"/>
                  <a:pt x="14230" y="13846"/>
                </a:cubicBezTo>
                <a:cubicBezTo>
                  <a:pt x="14213" y="13828"/>
                  <a:pt x="14195" y="13811"/>
                  <a:pt x="14213" y="13793"/>
                </a:cubicBezTo>
                <a:lnTo>
                  <a:pt x="14213" y="12587"/>
                </a:lnTo>
                <a:close/>
                <a:moveTo>
                  <a:pt x="16643" y="12587"/>
                </a:moveTo>
                <a:cubicBezTo>
                  <a:pt x="17062" y="12587"/>
                  <a:pt x="17412" y="12937"/>
                  <a:pt x="17412" y="13356"/>
                </a:cubicBezTo>
                <a:lnTo>
                  <a:pt x="17412" y="16643"/>
                </a:lnTo>
                <a:cubicBezTo>
                  <a:pt x="17412" y="17062"/>
                  <a:pt x="17062" y="17394"/>
                  <a:pt x="16643" y="17394"/>
                </a:cubicBezTo>
                <a:lnTo>
                  <a:pt x="16590" y="17394"/>
                </a:lnTo>
                <a:lnTo>
                  <a:pt x="16590" y="12587"/>
                </a:lnTo>
                <a:close/>
                <a:moveTo>
                  <a:pt x="11433" y="12605"/>
                </a:moveTo>
                <a:lnTo>
                  <a:pt x="11433" y="13811"/>
                </a:lnTo>
                <a:cubicBezTo>
                  <a:pt x="11433" y="13828"/>
                  <a:pt x="11416" y="13846"/>
                  <a:pt x="11416" y="13863"/>
                </a:cubicBezTo>
                <a:cubicBezTo>
                  <a:pt x="10856" y="14527"/>
                  <a:pt x="10856" y="15489"/>
                  <a:pt x="11416" y="16153"/>
                </a:cubicBezTo>
                <a:cubicBezTo>
                  <a:pt x="11416" y="16171"/>
                  <a:pt x="11433" y="16188"/>
                  <a:pt x="11433" y="16206"/>
                </a:cubicBezTo>
                <a:lnTo>
                  <a:pt x="11433" y="17412"/>
                </a:lnTo>
                <a:lnTo>
                  <a:pt x="10524" y="17412"/>
                </a:lnTo>
                <a:cubicBezTo>
                  <a:pt x="10210" y="17412"/>
                  <a:pt x="9877" y="17394"/>
                  <a:pt x="9563" y="17342"/>
                </a:cubicBezTo>
                <a:lnTo>
                  <a:pt x="9580" y="17342"/>
                </a:lnTo>
                <a:lnTo>
                  <a:pt x="9580" y="15174"/>
                </a:lnTo>
                <a:cubicBezTo>
                  <a:pt x="9580" y="14999"/>
                  <a:pt x="9449" y="14912"/>
                  <a:pt x="9318" y="14912"/>
                </a:cubicBezTo>
                <a:cubicBezTo>
                  <a:pt x="9187" y="14912"/>
                  <a:pt x="9056" y="14999"/>
                  <a:pt x="9056" y="15174"/>
                </a:cubicBezTo>
                <a:lnTo>
                  <a:pt x="9056" y="17237"/>
                </a:lnTo>
                <a:cubicBezTo>
                  <a:pt x="8584" y="17150"/>
                  <a:pt x="8129" y="16992"/>
                  <a:pt x="7692" y="16800"/>
                </a:cubicBezTo>
                <a:cubicBezTo>
                  <a:pt x="7203" y="16590"/>
                  <a:pt x="6678" y="16415"/>
                  <a:pt x="6154" y="16311"/>
                </a:cubicBezTo>
                <a:lnTo>
                  <a:pt x="6136" y="16311"/>
                </a:lnTo>
                <a:lnTo>
                  <a:pt x="1539" y="15629"/>
                </a:lnTo>
                <a:lnTo>
                  <a:pt x="1469" y="15629"/>
                </a:lnTo>
                <a:cubicBezTo>
                  <a:pt x="1294" y="15629"/>
                  <a:pt x="1137" y="15734"/>
                  <a:pt x="1067" y="15891"/>
                </a:cubicBezTo>
                <a:cubicBezTo>
                  <a:pt x="1049" y="15926"/>
                  <a:pt x="1014" y="15943"/>
                  <a:pt x="979" y="15943"/>
                </a:cubicBezTo>
                <a:lnTo>
                  <a:pt x="612" y="15943"/>
                </a:lnTo>
                <a:cubicBezTo>
                  <a:pt x="560" y="15943"/>
                  <a:pt x="525" y="15908"/>
                  <a:pt x="525" y="15856"/>
                </a:cubicBezTo>
                <a:lnTo>
                  <a:pt x="525" y="14143"/>
                </a:lnTo>
                <a:cubicBezTo>
                  <a:pt x="525" y="14090"/>
                  <a:pt x="560" y="14055"/>
                  <a:pt x="612" y="14055"/>
                </a:cubicBezTo>
                <a:lnTo>
                  <a:pt x="979" y="14055"/>
                </a:lnTo>
                <a:cubicBezTo>
                  <a:pt x="1014" y="14055"/>
                  <a:pt x="1049" y="14073"/>
                  <a:pt x="1049" y="14108"/>
                </a:cubicBezTo>
                <a:cubicBezTo>
                  <a:pt x="1130" y="14270"/>
                  <a:pt x="1302" y="14372"/>
                  <a:pt x="1479" y="14372"/>
                </a:cubicBezTo>
                <a:cubicBezTo>
                  <a:pt x="1493" y="14372"/>
                  <a:pt x="1507" y="14371"/>
                  <a:pt x="1521" y="14370"/>
                </a:cubicBezTo>
                <a:lnTo>
                  <a:pt x="6136" y="13688"/>
                </a:lnTo>
                <a:lnTo>
                  <a:pt x="6154" y="13688"/>
                </a:lnTo>
                <a:cubicBezTo>
                  <a:pt x="6678" y="13583"/>
                  <a:pt x="7185" y="13409"/>
                  <a:pt x="7675" y="13199"/>
                </a:cubicBezTo>
                <a:cubicBezTo>
                  <a:pt x="8112" y="13007"/>
                  <a:pt x="8566" y="12867"/>
                  <a:pt x="9038" y="12762"/>
                </a:cubicBezTo>
                <a:lnTo>
                  <a:pt x="9038" y="14038"/>
                </a:lnTo>
                <a:cubicBezTo>
                  <a:pt x="9038" y="14213"/>
                  <a:pt x="9169" y="14300"/>
                  <a:pt x="9300" y="14300"/>
                </a:cubicBezTo>
                <a:cubicBezTo>
                  <a:pt x="9432" y="14300"/>
                  <a:pt x="9563" y="14213"/>
                  <a:pt x="9563" y="14038"/>
                </a:cubicBezTo>
                <a:lnTo>
                  <a:pt x="9563" y="12674"/>
                </a:lnTo>
                <a:cubicBezTo>
                  <a:pt x="9877" y="12622"/>
                  <a:pt x="10210" y="12605"/>
                  <a:pt x="10524" y="12605"/>
                </a:cubicBezTo>
                <a:close/>
                <a:moveTo>
                  <a:pt x="13671" y="12587"/>
                </a:moveTo>
                <a:lnTo>
                  <a:pt x="13671" y="13793"/>
                </a:lnTo>
                <a:cubicBezTo>
                  <a:pt x="13671" y="13933"/>
                  <a:pt x="13723" y="14073"/>
                  <a:pt x="13811" y="14178"/>
                </a:cubicBezTo>
                <a:cubicBezTo>
                  <a:pt x="14003" y="14423"/>
                  <a:pt x="14108" y="14702"/>
                  <a:pt x="14108" y="14999"/>
                </a:cubicBezTo>
                <a:cubicBezTo>
                  <a:pt x="14108" y="15297"/>
                  <a:pt x="14003" y="15576"/>
                  <a:pt x="13811" y="15821"/>
                </a:cubicBezTo>
                <a:cubicBezTo>
                  <a:pt x="13723" y="15926"/>
                  <a:pt x="13671" y="16066"/>
                  <a:pt x="13671" y="16206"/>
                </a:cubicBezTo>
                <a:lnTo>
                  <a:pt x="13671" y="17412"/>
                </a:lnTo>
                <a:lnTo>
                  <a:pt x="11958" y="17412"/>
                </a:lnTo>
                <a:lnTo>
                  <a:pt x="11958" y="16206"/>
                </a:lnTo>
                <a:cubicBezTo>
                  <a:pt x="11958" y="16066"/>
                  <a:pt x="11905" y="15926"/>
                  <a:pt x="11818" y="15821"/>
                </a:cubicBezTo>
                <a:cubicBezTo>
                  <a:pt x="11625" y="15576"/>
                  <a:pt x="11538" y="15297"/>
                  <a:pt x="11538" y="14999"/>
                </a:cubicBezTo>
                <a:cubicBezTo>
                  <a:pt x="11538" y="14702"/>
                  <a:pt x="11625" y="14423"/>
                  <a:pt x="11818" y="14178"/>
                </a:cubicBezTo>
                <a:cubicBezTo>
                  <a:pt x="11905" y="14073"/>
                  <a:pt x="11958" y="13933"/>
                  <a:pt x="11958" y="13793"/>
                </a:cubicBezTo>
                <a:lnTo>
                  <a:pt x="11958" y="12587"/>
                </a:lnTo>
                <a:close/>
                <a:moveTo>
                  <a:pt x="4458" y="1"/>
                </a:moveTo>
                <a:cubicBezTo>
                  <a:pt x="4056" y="1"/>
                  <a:pt x="3724" y="315"/>
                  <a:pt x="3724" y="735"/>
                </a:cubicBezTo>
                <a:lnTo>
                  <a:pt x="3724" y="1154"/>
                </a:lnTo>
                <a:cubicBezTo>
                  <a:pt x="3724" y="1329"/>
                  <a:pt x="3846" y="1504"/>
                  <a:pt x="4021" y="1556"/>
                </a:cubicBezTo>
                <a:lnTo>
                  <a:pt x="3584" y="4458"/>
                </a:lnTo>
                <a:cubicBezTo>
                  <a:pt x="3567" y="4598"/>
                  <a:pt x="3654" y="4738"/>
                  <a:pt x="3794" y="4755"/>
                </a:cubicBezTo>
                <a:lnTo>
                  <a:pt x="3846" y="4755"/>
                </a:lnTo>
                <a:cubicBezTo>
                  <a:pt x="3969" y="4755"/>
                  <a:pt x="4074" y="4668"/>
                  <a:pt x="4091" y="4546"/>
                </a:cubicBezTo>
                <a:lnTo>
                  <a:pt x="4528" y="1591"/>
                </a:lnTo>
                <a:lnTo>
                  <a:pt x="5822" y="1591"/>
                </a:lnTo>
                <a:lnTo>
                  <a:pt x="6486" y="6119"/>
                </a:lnTo>
                <a:cubicBezTo>
                  <a:pt x="6486" y="6136"/>
                  <a:pt x="6486" y="6136"/>
                  <a:pt x="6486" y="6136"/>
                </a:cubicBezTo>
                <a:cubicBezTo>
                  <a:pt x="6591" y="6661"/>
                  <a:pt x="6766" y="7185"/>
                  <a:pt x="6975" y="7675"/>
                </a:cubicBezTo>
                <a:cubicBezTo>
                  <a:pt x="7168" y="8112"/>
                  <a:pt x="7325" y="8566"/>
                  <a:pt x="7412" y="9038"/>
                </a:cubicBezTo>
                <a:lnTo>
                  <a:pt x="2920" y="9038"/>
                </a:lnTo>
                <a:cubicBezTo>
                  <a:pt x="3025" y="8566"/>
                  <a:pt x="3165" y="8112"/>
                  <a:pt x="3357" y="7675"/>
                </a:cubicBezTo>
                <a:cubicBezTo>
                  <a:pt x="3584" y="7185"/>
                  <a:pt x="3741" y="6661"/>
                  <a:pt x="3846" y="6136"/>
                </a:cubicBezTo>
                <a:lnTo>
                  <a:pt x="3846" y="6119"/>
                </a:lnTo>
                <a:lnTo>
                  <a:pt x="3916" y="5664"/>
                </a:lnTo>
                <a:cubicBezTo>
                  <a:pt x="3945" y="5472"/>
                  <a:pt x="3800" y="5365"/>
                  <a:pt x="3654" y="5365"/>
                </a:cubicBezTo>
                <a:cubicBezTo>
                  <a:pt x="3535" y="5365"/>
                  <a:pt x="3415" y="5437"/>
                  <a:pt x="3392" y="5595"/>
                </a:cubicBezTo>
                <a:lnTo>
                  <a:pt x="3339" y="6049"/>
                </a:lnTo>
                <a:cubicBezTo>
                  <a:pt x="3234" y="6539"/>
                  <a:pt x="3077" y="7011"/>
                  <a:pt x="2885" y="7465"/>
                </a:cubicBezTo>
                <a:cubicBezTo>
                  <a:pt x="2448" y="8427"/>
                  <a:pt x="2221" y="9475"/>
                  <a:pt x="2221" y="10524"/>
                </a:cubicBezTo>
                <a:lnTo>
                  <a:pt x="2221" y="13723"/>
                </a:lnTo>
                <a:lnTo>
                  <a:pt x="1486" y="13828"/>
                </a:lnTo>
                <a:cubicBezTo>
                  <a:pt x="1381" y="13636"/>
                  <a:pt x="1172" y="13531"/>
                  <a:pt x="962" y="13531"/>
                </a:cubicBezTo>
                <a:lnTo>
                  <a:pt x="612" y="13531"/>
                </a:lnTo>
                <a:cubicBezTo>
                  <a:pt x="280" y="13531"/>
                  <a:pt x="0" y="13793"/>
                  <a:pt x="0" y="14143"/>
                </a:cubicBezTo>
                <a:lnTo>
                  <a:pt x="0" y="15839"/>
                </a:lnTo>
                <a:cubicBezTo>
                  <a:pt x="0" y="16188"/>
                  <a:pt x="280" y="16450"/>
                  <a:pt x="612" y="16450"/>
                </a:cubicBezTo>
                <a:lnTo>
                  <a:pt x="979" y="16450"/>
                </a:lnTo>
                <a:cubicBezTo>
                  <a:pt x="1189" y="16450"/>
                  <a:pt x="1399" y="16346"/>
                  <a:pt x="1504" y="16153"/>
                </a:cubicBezTo>
                <a:lnTo>
                  <a:pt x="2238" y="16258"/>
                </a:lnTo>
                <a:lnTo>
                  <a:pt x="2238" y="16643"/>
                </a:lnTo>
                <a:cubicBezTo>
                  <a:pt x="2238" y="17342"/>
                  <a:pt x="2815" y="17919"/>
                  <a:pt x="3532" y="17919"/>
                </a:cubicBezTo>
                <a:lnTo>
                  <a:pt x="6818" y="17919"/>
                </a:lnTo>
                <a:cubicBezTo>
                  <a:pt x="7220" y="17919"/>
                  <a:pt x="7587" y="17744"/>
                  <a:pt x="7832" y="17429"/>
                </a:cubicBezTo>
                <a:cubicBezTo>
                  <a:pt x="8287" y="17604"/>
                  <a:pt x="8759" y="17727"/>
                  <a:pt x="9231" y="17814"/>
                </a:cubicBezTo>
                <a:lnTo>
                  <a:pt x="9283" y="17814"/>
                </a:lnTo>
                <a:cubicBezTo>
                  <a:pt x="9703" y="17884"/>
                  <a:pt x="10122" y="17919"/>
                  <a:pt x="10524" y="17919"/>
                </a:cubicBezTo>
                <a:lnTo>
                  <a:pt x="16643" y="17919"/>
                </a:lnTo>
                <a:cubicBezTo>
                  <a:pt x="17359" y="17919"/>
                  <a:pt x="17919" y="17359"/>
                  <a:pt x="17936" y="16643"/>
                </a:cubicBezTo>
                <a:lnTo>
                  <a:pt x="17936" y="13356"/>
                </a:lnTo>
                <a:cubicBezTo>
                  <a:pt x="17919" y="12639"/>
                  <a:pt x="17359" y="12063"/>
                  <a:pt x="16643" y="12063"/>
                </a:cubicBezTo>
                <a:lnTo>
                  <a:pt x="15436" y="12063"/>
                </a:lnTo>
                <a:lnTo>
                  <a:pt x="15436" y="10542"/>
                </a:lnTo>
                <a:cubicBezTo>
                  <a:pt x="15436" y="9475"/>
                  <a:pt x="15227" y="8444"/>
                  <a:pt x="14790" y="7483"/>
                </a:cubicBezTo>
                <a:cubicBezTo>
                  <a:pt x="14597" y="7011"/>
                  <a:pt x="14440" y="6539"/>
                  <a:pt x="14335" y="6049"/>
                </a:cubicBezTo>
                <a:lnTo>
                  <a:pt x="14160" y="4878"/>
                </a:lnTo>
                <a:cubicBezTo>
                  <a:pt x="14137" y="4720"/>
                  <a:pt x="14021" y="4648"/>
                  <a:pt x="13905" y="4648"/>
                </a:cubicBezTo>
                <a:cubicBezTo>
                  <a:pt x="13765" y="4648"/>
                  <a:pt x="13625" y="4756"/>
                  <a:pt x="13653" y="4948"/>
                </a:cubicBezTo>
                <a:lnTo>
                  <a:pt x="13828" y="6136"/>
                </a:lnTo>
                <a:cubicBezTo>
                  <a:pt x="13828" y="6136"/>
                  <a:pt x="13828" y="6154"/>
                  <a:pt x="13828" y="6154"/>
                </a:cubicBezTo>
                <a:cubicBezTo>
                  <a:pt x="13933" y="6678"/>
                  <a:pt x="14090" y="7185"/>
                  <a:pt x="14318" y="7675"/>
                </a:cubicBezTo>
                <a:cubicBezTo>
                  <a:pt x="14510" y="8112"/>
                  <a:pt x="14650" y="8584"/>
                  <a:pt x="14755" y="9038"/>
                </a:cubicBezTo>
                <a:lnTo>
                  <a:pt x="10279" y="9038"/>
                </a:lnTo>
                <a:cubicBezTo>
                  <a:pt x="10367" y="8584"/>
                  <a:pt x="10524" y="8112"/>
                  <a:pt x="10716" y="7675"/>
                </a:cubicBezTo>
                <a:cubicBezTo>
                  <a:pt x="10926" y="7185"/>
                  <a:pt x="11084" y="6678"/>
                  <a:pt x="11206" y="6154"/>
                </a:cubicBezTo>
                <a:cubicBezTo>
                  <a:pt x="11206" y="6154"/>
                  <a:pt x="11206" y="6136"/>
                  <a:pt x="11206" y="6136"/>
                </a:cubicBezTo>
                <a:lnTo>
                  <a:pt x="11870" y="1591"/>
                </a:lnTo>
                <a:lnTo>
                  <a:pt x="13146" y="1591"/>
                </a:lnTo>
                <a:lnTo>
                  <a:pt x="13479" y="3811"/>
                </a:lnTo>
                <a:cubicBezTo>
                  <a:pt x="13496" y="3934"/>
                  <a:pt x="13618" y="4021"/>
                  <a:pt x="13741" y="4021"/>
                </a:cubicBezTo>
                <a:lnTo>
                  <a:pt x="13776" y="4021"/>
                </a:lnTo>
                <a:cubicBezTo>
                  <a:pt x="13916" y="4004"/>
                  <a:pt x="14020" y="3864"/>
                  <a:pt x="14003" y="3724"/>
                </a:cubicBezTo>
                <a:lnTo>
                  <a:pt x="13671" y="1556"/>
                </a:lnTo>
                <a:cubicBezTo>
                  <a:pt x="13863" y="1504"/>
                  <a:pt x="13985" y="1329"/>
                  <a:pt x="13985" y="1154"/>
                </a:cubicBezTo>
                <a:lnTo>
                  <a:pt x="13985" y="735"/>
                </a:lnTo>
                <a:cubicBezTo>
                  <a:pt x="13985" y="315"/>
                  <a:pt x="13653" y="1"/>
                  <a:pt x="13251" y="1"/>
                </a:cubicBezTo>
                <a:lnTo>
                  <a:pt x="11783" y="1"/>
                </a:lnTo>
                <a:cubicBezTo>
                  <a:pt x="11381" y="1"/>
                  <a:pt x="11049" y="315"/>
                  <a:pt x="11049" y="735"/>
                </a:cubicBezTo>
                <a:lnTo>
                  <a:pt x="11049" y="1154"/>
                </a:lnTo>
                <a:cubicBezTo>
                  <a:pt x="11049" y="1329"/>
                  <a:pt x="11171" y="1504"/>
                  <a:pt x="11346" y="1556"/>
                </a:cubicBezTo>
                <a:lnTo>
                  <a:pt x="10699" y="6049"/>
                </a:lnTo>
                <a:cubicBezTo>
                  <a:pt x="10594" y="6521"/>
                  <a:pt x="10437" y="7011"/>
                  <a:pt x="10244" y="7465"/>
                </a:cubicBezTo>
                <a:cubicBezTo>
                  <a:pt x="9807" y="8427"/>
                  <a:pt x="9598" y="9458"/>
                  <a:pt x="9598" y="10524"/>
                </a:cubicBezTo>
                <a:lnTo>
                  <a:pt x="9598" y="12115"/>
                </a:lnTo>
                <a:cubicBezTo>
                  <a:pt x="9091" y="12185"/>
                  <a:pt x="8601" y="12290"/>
                  <a:pt x="8129" y="12447"/>
                </a:cubicBezTo>
                <a:lnTo>
                  <a:pt x="8129" y="10524"/>
                </a:lnTo>
                <a:cubicBezTo>
                  <a:pt x="8112" y="9458"/>
                  <a:pt x="7902" y="8427"/>
                  <a:pt x="7465" y="7465"/>
                </a:cubicBezTo>
                <a:cubicBezTo>
                  <a:pt x="7255" y="7011"/>
                  <a:pt x="7115" y="6521"/>
                  <a:pt x="7010" y="6032"/>
                </a:cubicBezTo>
                <a:lnTo>
                  <a:pt x="6364" y="1556"/>
                </a:lnTo>
                <a:cubicBezTo>
                  <a:pt x="6538" y="1504"/>
                  <a:pt x="6661" y="1329"/>
                  <a:pt x="6661" y="1137"/>
                </a:cubicBezTo>
                <a:lnTo>
                  <a:pt x="6661" y="735"/>
                </a:lnTo>
                <a:cubicBezTo>
                  <a:pt x="6661" y="315"/>
                  <a:pt x="6329" y="1"/>
                  <a:pt x="5909" y="1"/>
                </a:cubicBezTo>
                <a:close/>
              </a:path>
            </a:pathLst>
          </a:custGeom>
          <a:solidFill>
            <a:schemeClr val="bg2">
              <a:lumMod val="10000"/>
            </a:schemeClr>
          </a:solidFill>
          <a:ln w="3175">
            <a:solidFill>
              <a:srgbClr val="161616"/>
            </a:solid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dirty="0"/>
          </a:p>
        </p:txBody>
      </p:sp>
      <p:grpSp>
        <p:nvGrpSpPr>
          <p:cNvPr id="21" name="Google Shape;12982;p70">
            <a:extLst>
              <a:ext uri="{FF2B5EF4-FFF2-40B4-BE49-F238E27FC236}">
                <a16:creationId xmlns:a16="http://schemas.microsoft.com/office/drawing/2014/main" id="{DCD3CAE8-F1CE-73CA-E3FC-5988A1356A3E}"/>
              </a:ext>
            </a:extLst>
          </p:cNvPr>
          <p:cNvGrpSpPr/>
          <p:nvPr/>
        </p:nvGrpSpPr>
        <p:grpSpPr>
          <a:xfrm>
            <a:off x="5574524" y="5600496"/>
            <a:ext cx="1451673" cy="993541"/>
            <a:chOff x="4670239" y="1541599"/>
            <a:chExt cx="359679" cy="321833"/>
          </a:xfrm>
          <a:solidFill>
            <a:schemeClr val="bg2">
              <a:lumMod val="10000"/>
            </a:schemeClr>
          </a:solidFill>
        </p:grpSpPr>
        <p:sp>
          <p:nvSpPr>
            <p:cNvPr id="22" name="Google Shape;12983;p70">
              <a:extLst>
                <a:ext uri="{FF2B5EF4-FFF2-40B4-BE49-F238E27FC236}">
                  <a16:creationId xmlns:a16="http://schemas.microsoft.com/office/drawing/2014/main" id="{9E395235-0D8E-1901-40B1-F3285927C0CC}"/>
                </a:ext>
              </a:extLst>
            </p:cNvPr>
            <p:cNvSpPr/>
            <p:nvPr/>
          </p:nvSpPr>
          <p:spPr>
            <a:xfrm>
              <a:off x="4818790" y="1606787"/>
              <a:ext cx="28838" cy="49687"/>
            </a:xfrm>
            <a:custGeom>
              <a:avLst/>
              <a:gdLst/>
              <a:ahLst/>
              <a:cxnLst/>
              <a:rect l="l" t="t" r="r" b="b"/>
              <a:pathLst>
                <a:path w="906" h="1561" extrusionOk="0">
                  <a:moveTo>
                    <a:pt x="429" y="298"/>
                  </a:moveTo>
                  <a:lnTo>
                    <a:pt x="429" y="584"/>
                  </a:lnTo>
                  <a:cubicBezTo>
                    <a:pt x="310" y="537"/>
                    <a:pt x="287" y="489"/>
                    <a:pt x="287" y="429"/>
                  </a:cubicBezTo>
                  <a:cubicBezTo>
                    <a:pt x="287" y="346"/>
                    <a:pt x="358" y="310"/>
                    <a:pt x="429" y="298"/>
                  </a:cubicBezTo>
                  <a:close/>
                  <a:moveTo>
                    <a:pt x="537" y="882"/>
                  </a:moveTo>
                  <a:cubicBezTo>
                    <a:pt x="656" y="929"/>
                    <a:pt x="680" y="989"/>
                    <a:pt x="680" y="1060"/>
                  </a:cubicBezTo>
                  <a:cubicBezTo>
                    <a:pt x="680" y="1132"/>
                    <a:pt x="620" y="1191"/>
                    <a:pt x="537" y="1203"/>
                  </a:cubicBezTo>
                  <a:lnTo>
                    <a:pt x="537" y="882"/>
                  </a:lnTo>
                  <a:close/>
                  <a:moveTo>
                    <a:pt x="477" y="1"/>
                  </a:moveTo>
                  <a:cubicBezTo>
                    <a:pt x="441" y="1"/>
                    <a:pt x="418" y="13"/>
                    <a:pt x="418" y="48"/>
                  </a:cubicBezTo>
                  <a:lnTo>
                    <a:pt x="418" y="108"/>
                  </a:lnTo>
                  <a:cubicBezTo>
                    <a:pt x="191" y="132"/>
                    <a:pt x="48" y="251"/>
                    <a:pt x="48" y="477"/>
                  </a:cubicBezTo>
                  <a:cubicBezTo>
                    <a:pt x="48" y="715"/>
                    <a:pt x="227" y="787"/>
                    <a:pt x="418" y="870"/>
                  </a:cubicBezTo>
                  <a:lnTo>
                    <a:pt x="418" y="1239"/>
                  </a:lnTo>
                  <a:cubicBezTo>
                    <a:pt x="310" y="1215"/>
                    <a:pt x="263" y="1191"/>
                    <a:pt x="179" y="1120"/>
                  </a:cubicBezTo>
                  <a:cubicBezTo>
                    <a:pt x="159" y="1104"/>
                    <a:pt x="138" y="1096"/>
                    <a:pt x="118" y="1096"/>
                  </a:cubicBezTo>
                  <a:cubicBezTo>
                    <a:pt x="93" y="1096"/>
                    <a:pt x="69" y="1110"/>
                    <a:pt x="48" y="1144"/>
                  </a:cubicBezTo>
                  <a:cubicBezTo>
                    <a:pt x="1" y="1203"/>
                    <a:pt x="1" y="1263"/>
                    <a:pt x="48" y="1310"/>
                  </a:cubicBezTo>
                  <a:cubicBezTo>
                    <a:pt x="120" y="1418"/>
                    <a:pt x="287" y="1465"/>
                    <a:pt x="418" y="1465"/>
                  </a:cubicBezTo>
                  <a:lnTo>
                    <a:pt x="418" y="1513"/>
                  </a:lnTo>
                  <a:cubicBezTo>
                    <a:pt x="418" y="1549"/>
                    <a:pt x="441" y="1560"/>
                    <a:pt x="477" y="1560"/>
                  </a:cubicBezTo>
                  <a:cubicBezTo>
                    <a:pt x="501" y="1560"/>
                    <a:pt x="537" y="1549"/>
                    <a:pt x="537" y="1513"/>
                  </a:cubicBezTo>
                  <a:lnTo>
                    <a:pt x="537" y="1429"/>
                  </a:lnTo>
                  <a:cubicBezTo>
                    <a:pt x="727" y="1406"/>
                    <a:pt x="894" y="1263"/>
                    <a:pt x="894" y="1025"/>
                  </a:cubicBezTo>
                  <a:cubicBezTo>
                    <a:pt x="906" y="787"/>
                    <a:pt x="763" y="703"/>
                    <a:pt x="549" y="632"/>
                  </a:cubicBezTo>
                  <a:lnTo>
                    <a:pt x="549" y="286"/>
                  </a:lnTo>
                  <a:cubicBezTo>
                    <a:pt x="596" y="286"/>
                    <a:pt x="644" y="298"/>
                    <a:pt x="680" y="334"/>
                  </a:cubicBezTo>
                  <a:cubicBezTo>
                    <a:pt x="707" y="341"/>
                    <a:pt x="738" y="363"/>
                    <a:pt x="771" y="363"/>
                  </a:cubicBezTo>
                  <a:cubicBezTo>
                    <a:pt x="795" y="363"/>
                    <a:pt x="821" y="351"/>
                    <a:pt x="846" y="310"/>
                  </a:cubicBezTo>
                  <a:cubicBezTo>
                    <a:pt x="882" y="275"/>
                    <a:pt x="894" y="215"/>
                    <a:pt x="834" y="167"/>
                  </a:cubicBezTo>
                  <a:cubicBezTo>
                    <a:pt x="763" y="108"/>
                    <a:pt x="644" y="96"/>
                    <a:pt x="537" y="96"/>
                  </a:cubicBezTo>
                  <a:lnTo>
                    <a:pt x="537" y="48"/>
                  </a:lnTo>
                  <a:cubicBezTo>
                    <a:pt x="537" y="13"/>
                    <a:pt x="501" y="1"/>
                    <a:pt x="477"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23" name="Google Shape;12984;p70">
              <a:extLst>
                <a:ext uri="{FF2B5EF4-FFF2-40B4-BE49-F238E27FC236}">
                  <a16:creationId xmlns:a16="http://schemas.microsoft.com/office/drawing/2014/main" id="{787845E8-9D14-E7B5-C8FF-40C418DE05EE}"/>
                </a:ext>
              </a:extLst>
            </p:cNvPr>
            <p:cNvSpPr/>
            <p:nvPr/>
          </p:nvSpPr>
          <p:spPr>
            <a:xfrm>
              <a:off x="4875256" y="1557896"/>
              <a:ext cx="82281" cy="82663"/>
            </a:xfrm>
            <a:custGeom>
              <a:avLst/>
              <a:gdLst/>
              <a:ahLst/>
              <a:cxnLst/>
              <a:rect l="l" t="t" r="r" b="b"/>
              <a:pathLst>
                <a:path w="2585" h="2597" extrusionOk="0">
                  <a:moveTo>
                    <a:pt x="1287" y="310"/>
                  </a:moveTo>
                  <a:cubicBezTo>
                    <a:pt x="1823" y="310"/>
                    <a:pt x="2275" y="751"/>
                    <a:pt x="2275" y="1299"/>
                  </a:cubicBezTo>
                  <a:cubicBezTo>
                    <a:pt x="2263" y="1834"/>
                    <a:pt x="1823" y="2275"/>
                    <a:pt x="1287" y="2275"/>
                  </a:cubicBezTo>
                  <a:cubicBezTo>
                    <a:pt x="751" y="2275"/>
                    <a:pt x="310" y="1846"/>
                    <a:pt x="310" y="1299"/>
                  </a:cubicBezTo>
                  <a:cubicBezTo>
                    <a:pt x="310" y="763"/>
                    <a:pt x="739" y="310"/>
                    <a:pt x="1287" y="310"/>
                  </a:cubicBezTo>
                  <a:close/>
                  <a:moveTo>
                    <a:pt x="1287" y="1"/>
                  </a:moveTo>
                  <a:cubicBezTo>
                    <a:pt x="572" y="1"/>
                    <a:pt x="1" y="584"/>
                    <a:pt x="1" y="1299"/>
                  </a:cubicBezTo>
                  <a:cubicBezTo>
                    <a:pt x="1" y="2013"/>
                    <a:pt x="572" y="2596"/>
                    <a:pt x="1287" y="2596"/>
                  </a:cubicBezTo>
                  <a:cubicBezTo>
                    <a:pt x="2001" y="2596"/>
                    <a:pt x="2585" y="2013"/>
                    <a:pt x="2585" y="1299"/>
                  </a:cubicBezTo>
                  <a:cubicBezTo>
                    <a:pt x="2585" y="584"/>
                    <a:pt x="2001" y="1"/>
                    <a:pt x="1287"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24" name="Google Shape;12985;p70">
              <a:extLst>
                <a:ext uri="{FF2B5EF4-FFF2-40B4-BE49-F238E27FC236}">
                  <a16:creationId xmlns:a16="http://schemas.microsoft.com/office/drawing/2014/main" id="{AF5E6A8D-C261-C793-62E1-F0046F651C9B}"/>
                </a:ext>
              </a:extLst>
            </p:cNvPr>
            <p:cNvSpPr/>
            <p:nvPr/>
          </p:nvSpPr>
          <p:spPr>
            <a:xfrm>
              <a:off x="4775215" y="1541599"/>
              <a:ext cx="199001" cy="147850"/>
            </a:xfrm>
            <a:custGeom>
              <a:avLst/>
              <a:gdLst/>
              <a:ahLst/>
              <a:cxnLst/>
              <a:rect l="l" t="t" r="r" b="b"/>
              <a:pathLst>
                <a:path w="6252" h="4645" extrusionOk="0">
                  <a:moveTo>
                    <a:pt x="1834" y="1811"/>
                  </a:moveTo>
                  <a:cubicBezTo>
                    <a:pt x="2168" y="1811"/>
                    <a:pt x="2465" y="1989"/>
                    <a:pt x="2644" y="2239"/>
                  </a:cubicBezTo>
                  <a:cubicBezTo>
                    <a:pt x="2680" y="2394"/>
                    <a:pt x="2739" y="2525"/>
                    <a:pt x="2799" y="2656"/>
                  </a:cubicBezTo>
                  <a:cubicBezTo>
                    <a:pt x="2799" y="2704"/>
                    <a:pt x="2811" y="2751"/>
                    <a:pt x="2811" y="2787"/>
                  </a:cubicBezTo>
                  <a:cubicBezTo>
                    <a:pt x="2811" y="3335"/>
                    <a:pt x="2382" y="3775"/>
                    <a:pt x="1834" y="3775"/>
                  </a:cubicBezTo>
                  <a:cubicBezTo>
                    <a:pt x="1298" y="3775"/>
                    <a:pt x="846" y="3347"/>
                    <a:pt x="846" y="2787"/>
                  </a:cubicBezTo>
                  <a:cubicBezTo>
                    <a:pt x="846" y="2251"/>
                    <a:pt x="1275" y="1811"/>
                    <a:pt x="1834" y="1811"/>
                  </a:cubicBezTo>
                  <a:close/>
                  <a:moveTo>
                    <a:pt x="1834" y="1263"/>
                  </a:moveTo>
                  <a:cubicBezTo>
                    <a:pt x="2108" y="1263"/>
                    <a:pt x="2382" y="1334"/>
                    <a:pt x="2620" y="1489"/>
                  </a:cubicBezTo>
                  <a:cubicBezTo>
                    <a:pt x="2608" y="1561"/>
                    <a:pt x="2608" y="1644"/>
                    <a:pt x="2584" y="1727"/>
                  </a:cubicBezTo>
                  <a:cubicBezTo>
                    <a:pt x="2382" y="1572"/>
                    <a:pt x="2108" y="1465"/>
                    <a:pt x="1822" y="1465"/>
                  </a:cubicBezTo>
                  <a:cubicBezTo>
                    <a:pt x="1120" y="1465"/>
                    <a:pt x="536" y="2049"/>
                    <a:pt x="536" y="2763"/>
                  </a:cubicBezTo>
                  <a:cubicBezTo>
                    <a:pt x="536" y="3477"/>
                    <a:pt x="1108" y="4061"/>
                    <a:pt x="1822" y="4061"/>
                  </a:cubicBezTo>
                  <a:cubicBezTo>
                    <a:pt x="2453" y="4061"/>
                    <a:pt x="2953" y="3632"/>
                    <a:pt x="3096" y="3049"/>
                  </a:cubicBezTo>
                  <a:cubicBezTo>
                    <a:pt x="3156" y="3108"/>
                    <a:pt x="3215" y="3156"/>
                    <a:pt x="3275" y="3216"/>
                  </a:cubicBezTo>
                  <a:cubicBezTo>
                    <a:pt x="3084" y="3870"/>
                    <a:pt x="2501" y="4299"/>
                    <a:pt x="1834" y="4299"/>
                  </a:cubicBezTo>
                  <a:cubicBezTo>
                    <a:pt x="1001" y="4299"/>
                    <a:pt x="310" y="3608"/>
                    <a:pt x="310" y="2775"/>
                  </a:cubicBezTo>
                  <a:cubicBezTo>
                    <a:pt x="310" y="1942"/>
                    <a:pt x="1001" y="1263"/>
                    <a:pt x="1834" y="1263"/>
                  </a:cubicBezTo>
                  <a:close/>
                  <a:moveTo>
                    <a:pt x="4430" y="1"/>
                  </a:moveTo>
                  <a:cubicBezTo>
                    <a:pt x="3644" y="1"/>
                    <a:pt x="2977" y="501"/>
                    <a:pt x="2703" y="1203"/>
                  </a:cubicBezTo>
                  <a:cubicBezTo>
                    <a:pt x="2441" y="1049"/>
                    <a:pt x="2144" y="977"/>
                    <a:pt x="1834" y="977"/>
                  </a:cubicBezTo>
                  <a:cubicBezTo>
                    <a:pt x="822" y="977"/>
                    <a:pt x="1" y="1799"/>
                    <a:pt x="1" y="2811"/>
                  </a:cubicBezTo>
                  <a:cubicBezTo>
                    <a:pt x="1" y="3823"/>
                    <a:pt x="822" y="4644"/>
                    <a:pt x="1834" y="4644"/>
                  </a:cubicBezTo>
                  <a:cubicBezTo>
                    <a:pt x="2608" y="4644"/>
                    <a:pt x="3287" y="4168"/>
                    <a:pt x="3561" y="3430"/>
                  </a:cubicBezTo>
                  <a:cubicBezTo>
                    <a:pt x="3811" y="3573"/>
                    <a:pt x="4108" y="3656"/>
                    <a:pt x="4430" y="3656"/>
                  </a:cubicBezTo>
                  <a:cubicBezTo>
                    <a:pt x="4846" y="3656"/>
                    <a:pt x="5251" y="3513"/>
                    <a:pt x="5585" y="3251"/>
                  </a:cubicBezTo>
                  <a:cubicBezTo>
                    <a:pt x="5894" y="3001"/>
                    <a:pt x="6132" y="2632"/>
                    <a:pt x="6216" y="2239"/>
                  </a:cubicBezTo>
                  <a:cubicBezTo>
                    <a:pt x="6228" y="2144"/>
                    <a:pt x="6192" y="2049"/>
                    <a:pt x="6097" y="2037"/>
                  </a:cubicBezTo>
                  <a:cubicBezTo>
                    <a:pt x="6086" y="2035"/>
                    <a:pt x="6076" y="2035"/>
                    <a:pt x="6065" y="2035"/>
                  </a:cubicBezTo>
                  <a:cubicBezTo>
                    <a:pt x="5991" y="2035"/>
                    <a:pt x="5917" y="2072"/>
                    <a:pt x="5906" y="2156"/>
                  </a:cubicBezTo>
                  <a:cubicBezTo>
                    <a:pt x="5739" y="2835"/>
                    <a:pt x="5144" y="3335"/>
                    <a:pt x="4430" y="3335"/>
                  </a:cubicBezTo>
                  <a:cubicBezTo>
                    <a:pt x="3882" y="3335"/>
                    <a:pt x="3394" y="3037"/>
                    <a:pt x="3120" y="2561"/>
                  </a:cubicBezTo>
                  <a:cubicBezTo>
                    <a:pt x="3096" y="2406"/>
                    <a:pt x="3037" y="2263"/>
                    <a:pt x="2965" y="2120"/>
                  </a:cubicBezTo>
                  <a:cubicBezTo>
                    <a:pt x="2763" y="1191"/>
                    <a:pt x="3477" y="310"/>
                    <a:pt x="4430" y="310"/>
                  </a:cubicBezTo>
                  <a:cubicBezTo>
                    <a:pt x="5144" y="310"/>
                    <a:pt x="5739" y="787"/>
                    <a:pt x="5906" y="1489"/>
                  </a:cubicBezTo>
                  <a:cubicBezTo>
                    <a:pt x="5916" y="1560"/>
                    <a:pt x="5986" y="1613"/>
                    <a:pt x="6058" y="1613"/>
                  </a:cubicBezTo>
                  <a:cubicBezTo>
                    <a:pt x="6071" y="1613"/>
                    <a:pt x="6084" y="1612"/>
                    <a:pt x="6097" y="1608"/>
                  </a:cubicBezTo>
                  <a:cubicBezTo>
                    <a:pt x="6192" y="1584"/>
                    <a:pt x="6251" y="1501"/>
                    <a:pt x="6216" y="1406"/>
                  </a:cubicBezTo>
                  <a:cubicBezTo>
                    <a:pt x="6132" y="1013"/>
                    <a:pt x="5906" y="656"/>
                    <a:pt x="5585" y="394"/>
                  </a:cubicBezTo>
                  <a:cubicBezTo>
                    <a:pt x="5251" y="132"/>
                    <a:pt x="4846" y="1"/>
                    <a:pt x="443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25" name="Google Shape;12986;p70">
              <a:extLst>
                <a:ext uri="{FF2B5EF4-FFF2-40B4-BE49-F238E27FC236}">
                  <a16:creationId xmlns:a16="http://schemas.microsoft.com/office/drawing/2014/main" id="{78467D48-D1CF-0DB5-D142-95A173F14666}"/>
                </a:ext>
              </a:extLst>
            </p:cNvPr>
            <p:cNvSpPr/>
            <p:nvPr/>
          </p:nvSpPr>
          <p:spPr>
            <a:xfrm>
              <a:off x="4901803" y="1574957"/>
              <a:ext cx="28838" cy="50069"/>
            </a:xfrm>
            <a:custGeom>
              <a:avLst/>
              <a:gdLst/>
              <a:ahLst/>
              <a:cxnLst/>
              <a:rect l="l" t="t" r="r" b="b"/>
              <a:pathLst>
                <a:path w="906" h="1573" extrusionOk="0">
                  <a:moveTo>
                    <a:pt x="429" y="322"/>
                  </a:moveTo>
                  <a:lnTo>
                    <a:pt x="429" y="596"/>
                  </a:lnTo>
                  <a:cubicBezTo>
                    <a:pt x="310" y="548"/>
                    <a:pt x="274" y="513"/>
                    <a:pt x="274" y="453"/>
                  </a:cubicBezTo>
                  <a:cubicBezTo>
                    <a:pt x="274" y="358"/>
                    <a:pt x="358" y="334"/>
                    <a:pt x="429" y="322"/>
                  </a:cubicBezTo>
                  <a:close/>
                  <a:moveTo>
                    <a:pt x="512" y="894"/>
                  </a:moveTo>
                  <a:cubicBezTo>
                    <a:pt x="631" y="941"/>
                    <a:pt x="667" y="1001"/>
                    <a:pt x="667" y="1072"/>
                  </a:cubicBezTo>
                  <a:cubicBezTo>
                    <a:pt x="667" y="1167"/>
                    <a:pt x="608" y="1215"/>
                    <a:pt x="512" y="1227"/>
                  </a:cubicBezTo>
                  <a:lnTo>
                    <a:pt x="512" y="894"/>
                  </a:lnTo>
                  <a:close/>
                  <a:moveTo>
                    <a:pt x="453" y="1"/>
                  </a:moveTo>
                  <a:cubicBezTo>
                    <a:pt x="429" y="1"/>
                    <a:pt x="393" y="24"/>
                    <a:pt x="393" y="48"/>
                  </a:cubicBezTo>
                  <a:lnTo>
                    <a:pt x="393" y="108"/>
                  </a:lnTo>
                  <a:cubicBezTo>
                    <a:pt x="167" y="132"/>
                    <a:pt x="24" y="251"/>
                    <a:pt x="24" y="477"/>
                  </a:cubicBezTo>
                  <a:cubicBezTo>
                    <a:pt x="24" y="715"/>
                    <a:pt x="203" y="798"/>
                    <a:pt x="393" y="870"/>
                  </a:cubicBezTo>
                  <a:lnTo>
                    <a:pt x="393" y="1239"/>
                  </a:lnTo>
                  <a:cubicBezTo>
                    <a:pt x="286" y="1227"/>
                    <a:pt x="250" y="1179"/>
                    <a:pt x="155" y="1120"/>
                  </a:cubicBezTo>
                  <a:cubicBezTo>
                    <a:pt x="138" y="1108"/>
                    <a:pt x="122" y="1102"/>
                    <a:pt x="106" y="1102"/>
                  </a:cubicBezTo>
                  <a:cubicBezTo>
                    <a:pt x="46" y="1102"/>
                    <a:pt x="0" y="1182"/>
                    <a:pt x="0" y="1239"/>
                  </a:cubicBezTo>
                  <a:cubicBezTo>
                    <a:pt x="0" y="1275"/>
                    <a:pt x="12" y="1298"/>
                    <a:pt x="24" y="1310"/>
                  </a:cubicBezTo>
                  <a:cubicBezTo>
                    <a:pt x="96" y="1417"/>
                    <a:pt x="262" y="1465"/>
                    <a:pt x="393" y="1465"/>
                  </a:cubicBezTo>
                  <a:lnTo>
                    <a:pt x="393" y="1525"/>
                  </a:lnTo>
                  <a:cubicBezTo>
                    <a:pt x="393" y="1548"/>
                    <a:pt x="429" y="1572"/>
                    <a:pt x="453" y="1572"/>
                  </a:cubicBezTo>
                  <a:cubicBezTo>
                    <a:pt x="488" y="1572"/>
                    <a:pt x="512" y="1548"/>
                    <a:pt x="512" y="1525"/>
                  </a:cubicBezTo>
                  <a:lnTo>
                    <a:pt x="512" y="1465"/>
                  </a:lnTo>
                  <a:cubicBezTo>
                    <a:pt x="715" y="1429"/>
                    <a:pt x="869" y="1298"/>
                    <a:pt x="869" y="1060"/>
                  </a:cubicBezTo>
                  <a:cubicBezTo>
                    <a:pt x="905" y="810"/>
                    <a:pt x="739" y="715"/>
                    <a:pt x="536" y="644"/>
                  </a:cubicBezTo>
                  <a:lnTo>
                    <a:pt x="536" y="298"/>
                  </a:lnTo>
                  <a:cubicBezTo>
                    <a:pt x="608" y="298"/>
                    <a:pt x="631" y="322"/>
                    <a:pt x="715" y="358"/>
                  </a:cubicBezTo>
                  <a:cubicBezTo>
                    <a:pt x="728" y="367"/>
                    <a:pt x="742" y="372"/>
                    <a:pt x="758" y="372"/>
                  </a:cubicBezTo>
                  <a:cubicBezTo>
                    <a:pt x="784" y="372"/>
                    <a:pt x="811" y="355"/>
                    <a:pt x="834" y="310"/>
                  </a:cubicBezTo>
                  <a:cubicBezTo>
                    <a:pt x="858" y="274"/>
                    <a:pt x="869" y="215"/>
                    <a:pt x="810" y="167"/>
                  </a:cubicBezTo>
                  <a:cubicBezTo>
                    <a:pt x="739" y="108"/>
                    <a:pt x="619" y="96"/>
                    <a:pt x="512" y="96"/>
                  </a:cubicBezTo>
                  <a:lnTo>
                    <a:pt x="512" y="48"/>
                  </a:lnTo>
                  <a:cubicBezTo>
                    <a:pt x="512" y="24"/>
                    <a:pt x="488" y="1"/>
                    <a:pt x="45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26" name="Google Shape;12987;p70">
              <a:extLst>
                <a:ext uri="{FF2B5EF4-FFF2-40B4-BE49-F238E27FC236}">
                  <a16:creationId xmlns:a16="http://schemas.microsoft.com/office/drawing/2014/main" id="{4F122FA8-E302-8071-FB82-B4C7349CFAA5}"/>
                </a:ext>
              </a:extLst>
            </p:cNvPr>
            <p:cNvSpPr/>
            <p:nvPr/>
          </p:nvSpPr>
          <p:spPr>
            <a:xfrm>
              <a:off x="4670239" y="1657269"/>
              <a:ext cx="359679" cy="206163"/>
            </a:xfrm>
            <a:custGeom>
              <a:avLst/>
              <a:gdLst/>
              <a:ahLst/>
              <a:cxnLst/>
              <a:rect l="l" t="t" r="r" b="b"/>
              <a:pathLst>
                <a:path w="11300" h="6477" extrusionOk="0">
                  <a:moveTo>
                    <a:pt x="3590" y="1935"/>
                  </a:moveTo>
                  <a:cubicBezTo>
                    <a:pt x="3607" y="1935"/>
                    <a:pt x="3623" y="1948"/>
                    <a:pt x="3632" y="1975"/>
                  </a:cubicBezTo>
                  <a:cubicBezTo>
                    <a:pt x="3715" y="2129"/>
                    <a:pt x="4727" y="4832"/>
                    <a:pt x="4751" y="4939"/>
                  </a:cubicBezTo>
                  <a:cubicBezTo>
                    <a:pt x="4775" y="4951"/>
                    <a:pt x="4751" y="4975"/>
                    <a:pt x="4727" y="4987"/>
                  </a:cubicBezTo>
                  <a:lnTo>
                    <a:pt x="4013" y="5261"/>
                  </a:lnTo>
                  <a:cubicBezTo>
                    <a:pt x="3965" y="5130"/>
                    <a:pt x="2941" y="2403"/>
                    <a:pt x="2870" y="2213"/>
                  </a:cubicBezTo>
                  <a:lnTo>
                    <a:pt x="3572" y="1939"/>
                  </a:lnTo>
                  <a:cubicBezTo>
                    <a:pt x="3578" y="1936"/>
                    <a:pt x="3584" y="1935"/>
                    <a:pt x="3590" y="1935"/>
                  </a:cubicBezTo>
                  <a:close/>
                  <a:moveTo>
                    <a:pt x="2584" y="2308"/>
                  </a:moveTo>
                  <a:lnTo>
                    <a:pt x="3727" y="5368"/>
                  </a:lnTo>
                  <a:cubicBezTo>
                    <a:pt x="3180" y="5570"/>
                    <a:pt x="1810" y="6082"/>
                    <a:pt x="1584" y="6166"/>
                  </a:cubicBezTo>
                  <a:cubicBezTo>
                    <a:pt x="1577" y="6172"/>
                    <a:pt x="1569" y="6175"/>
                    <a:pt x="1560" y="6175"/>
                  </a:cubicBezTo>
                  <a:cubicBezTo>
                    <a:pt x="1537" y="6175"/>
                    <a:pt x="1509" y="6156"/>
                    <a:pt x="1501" y="6130"/>
                  </a:cubicBezTo>
                  <a:lnTo>
                    <a:pt x="394" y="3201"/>
                  </a:lnTo>
                  <a:cubicBezTo>
                    <a:pt x="382" y="3177"/>
                    <a:pt x="394" y="3130"/>
                    <a:pt x="441" y="3118"/>
                  </a:cubicBezTo>
                  <a:cubicBezTo>
                    <a:pt x="1144" y="2844"/>
                    <a:pt x="2096" y="2487"/>
                    <a:pt x="2584" y="2308"/>
                  </a:cubicBezTo>
                  <a:close/>
                  <a:moveTo>
                    <a:pt x="10358" y="1"/>
                  </a:moveTo>
                  <a:cubicBezTo>
                    <a:pt x="10108" y="1"/>
                    <a:pt x="9869" y="131"/>
                    <a:pt x="9692" y="308"/>
                  </a:cubicBezTo>
                  <a:lnTo>
                    <a:pt x="7966" y="1737"/>
                  </a:lnTo>
                  <a:cubicBezTo>
                    <a:pt x="7883" y="1522"/>
                    <a:pt x="7668" y="1308"/>
                    <a:pt x="7263" y="1308"/>
                  </a:cubicBezTo>
                  <a:cubicBezTo>
                    <a:pt x="6756" y="1308"/>
                    <a:pt x="6387" y="1304"/>
                    <a:pt x="6108" y="1304"/>
                  </a:cubicBezTo>
                  <a:cubicBezTo>
                    <a:pt x="5503" y="1304"/>
                    <a:pt x="5318" y="1321"/>
                    <a:pt x="5049" y="1427"/>
                  </a:cubicBezTo>
                  <a:lnTo>
                    <a:pt x="3953" y="1868"/>
                  </a:lnTo>
                  <a:lnTo>
                    <a:pt x="3930" y="1820"/>
                  </a:lnTo>
                  <a:cubicBezTo>
                    <a:pt x="3875" y="1675"/>
                    <a:pt x="3745" y="1592"/>
                    <a:pt x="3597" y="1592"/>
                  </a:cubicBezTo>
                  <a:cubicBezTo>
                    <a:pt x="3550" y="1592"/>
                    <a:pt x="3502" y="1600"/>
                    <a:pt x="3453" y="1618"/>
                  </a:cubicBezTo>
                  <a:lnTo>
                    <a:pt x="2620" y="1927"/>
                  </a:lnTo>
                  <a:cubicBezTo>
                    <a:pt x="2251" y="2058"/>
                    <a:pt x="1108" y="2510"/>
                    <a:pt x="298" y="2808"/>
                  </a:cubicBezTo>
                  <a:cubicBezTo>
                    <a:pt x="96" y="2880"/>
                    <a:pt x="1" y="3106"/>
                    <a:pt x="84" y="3308"/>
                  </a:cubicBezTo>
                  <a:lnTo>
                    <a:pt x="1179" y="6225"/>
                  </a:lnTo>
                  <a:cubicBezTo>
                    <a:pt x="1234" y="6389"/>
                    <a:pt x="1379" y="6476"/>
                    <a:pt x="1540" y="6476"/>
                  </a:cubicBezTo>
                  <a:cubicBezTo>
                    <a:pt x="1590" y="6476"/>
                    <a:pt x="1641" y="6468"/>
                    <a:pt x="1691" y="6451"/>
                  </a:cubicBezTo>
                  <a:cubicBezTo>
                    <a:pt x="1941" y="6368"/>
                    <a:pt x="3608" y="5725"/>
                    <a:pt x="3977" y="5594"/>
                  </a:cubicBezTo>
                  <a:lnTo>
                    <a:pt x="4858" y="5261"/>
                  </a:lnTo>
                  <a:cubicBezTo>
                    <a:pt x="5049" y="5189"/>
                    <a:pt x="5144" y="4975"/>
                    <a:pt x="5061" y="4785"/>
                  </a:cubicBezTo>
                  <a:lnTo>
                    <a:pt x="5049" y="4737"/>
                  </a:lnTo>
                  <a:cubicBezTo>
                    <a:pt x="5620" y="4499"/>
                    <a:pt x="5632" y="4475"/>
                    <a:pt x="6228" y="4475"/>
                  </a:cubicBezTo>
                  <a:cubicBezTo>
                    <a:pt x="6311" y="4475"/>
                    <a:pt x="6394" y="4404"/>
                    <a:pt x="6394" y="4308"/>
                  </a:cubicBezTo>
                  <a:cubicBezTo>
                    <a:pt x="6394" y="4225"/>
                    <a:pt x="6311" y="4142"/>
                    <a:pt x="6228" y="4142"/>
                  </a:cubicBezTo>
                  <a:cubicBezTo>
                    <a:pt x="5585" y="4142"/>
                    <a:pt x="5525" y="4189"/>
                    <a:pt x="4930" y="4439"/>
                  </a:cubicBezTo>
                  <a:lnTo>
                    <a:pt x="4073" y="2153"/>
                  </a:lnTo>
                  <a:lnTo>
                    <a:pt x="5168" y="1689"/>
                  </a:lnTo>
                  <a:cubicBezTo>
                    <a:pt x="5361" y="1615"/>
                    <a:pt x="5513" y="1601"/>
                    <a:pt x="5986" y="1601"/>
                  </a:cubicBezTo>
                  <a:cubicBezTo>
                    <a:pt x="6270" y="1601"/>
                    <a:pt x="6670" y="1606"/>
                    <a:pt x="7263" y="1606"/>
                  </a:cubicBezTo>
                  <a:cubicBezTo>
                    <a:pt x="7442" y="1606"/>
                    <a:pt x="7561" y="1665"/>
                    <a:pt x="7644" y="1784"/>
                  </a:cubicBezTo>
                  <a:cubicBezTo>
                    <a:pt x="7704" y="1868"/>
                    <a:pt x="7704" y="1963"/>
                    <a:pt x="7716" y="1987"/>
                  </a:cubicBezTo>
                  <a:cubicBezTo>
                    <a:pt x="7716" y="2046"/>
                    <a:pt x="7668" y="2344"/>
                    <a:pt x="7382" y="2391"/>
                  </a:cubicBezTo>
                  <a:cubicBezTo>
                    <a:pt x="6942" y="2463"/>
                    <a:pt x="5989" y="2594"/>
                    <a:pt x="5978" y="2594"/>
                  </a:cubicBezTo>
                  <a:cubicBezTo>
                    <a:pt x="5882" y="2606"/>
                    <a:pt x="5823" y="2689"/>
                    <a:pt x="5835" y="2772"/>
                  </a:cubicBezTo>
                  <a:cubicBezTo>
                    <a:pt x="5858" y="2844"/>
                    <a:pt x="5918" y="2903"/>
                    <a:pt x="6001" y="2903"/>
                  </a:cubicBezTo>
                  <a:lnTo>
                    <a:pt x="6037" y="2903"/>
                  </a:lnTo>
                  <a:cubicBezTo>
                    <a:pt x="6049" y="2903"/>
                    <a:pt x="7001" y="2772"/>
                    <a:pt x="7442" y="2701"/>
                  </a:cubicBezTo>
                  <a:cubicBezTo>
                    <a:pt x="7859" y="2630"/>
                    <a:pt x="8014" y="2284"/>
                    <a:pt x="8037" y="2046"/>
                  </a:cubicBezTo>
                  <a:lnTo>
                    <a:pt x="9919" y="498"/>
                  </a:lnTo>
                  <a:cubicBezTo>
                    <a:pt x="10039" y="385"/>
                    <a:pt x="10193" y="287"/>
                    <a:pt x="10356" y="287"/>
                  </a:cubicBezTo>
                  <a:cubicBezTo>
                    <a:pt x="10451" y="287"/>
                    <a:pt x="10549" y="320"/>
                    <a:pt x="10645" y="403"/>
                  </a:cubicBezTo>
                  <a:cubicBezTo>
                    <a:pt x="10942" y="701"/>
                    <a:pt x="10681" y="1058"/>
                    <a:pt x="10597" y="1141"/>
                  </a:cubicBezTo>
                  <a:cubicBezTo>
                    <a:pt x="10526" y="1213"/>
                    <a:pt x="8240" y="3677"/>
                    <a:pt x="8240" y="3677"/>
                  </a:cubicBezTo>
                  <a:cubicBezTo>
                    <a:pt x="7906" y="4070"/>
                    <a:pt x="7466" y="4130"/>
                    <a:pt x="7263" y="4130"/>
                  </a:cubicBezTo>
                  <a:lnTo>
                    <a:pt x="6966" y="4130"/>
                  </a:lnTo>
                  <a:cubicBezTo>
                    <a:pt x="6882" y="4130"/>
                    <a:pt x="6811" y="4201"/>
                    <a:pt x="6811" y="4296"/>
                  </a:cubicBezTo>
                  <a:cubicBezTo>
                    <a:pt x="6811" y="4380"/>
                    <a:pt x="6882" y="4463"/>
                    <a:pt x="6966" y="4463"/>
                  </a:cubicBezTo>
                  <a:lnTo>
                    <a:pt x="7287" y="4463"/>
                  </a:lnTo>
                  <a:cubicBezTo>
                    <a:pt x="7502" y="4439"/>
                    <a:pt x="8061" y="4368"/>
                    <a:pt x="8478" y="3892"/>
                  </a:cubicBezTo>
                  <a:lnTo>
                    <a:pt x="10835" y="1344"/>
                  </a:lnTo>
                  <a:cubicBezTo>
                    <a:pt x="11062" y="1153"/>
                    <a:pt x="11300" y="629"/>
                    <a:pt x="10871" y="213"/>
                  </a:cubicBezTo>
                  <a:cubicBezTo>
                    <a:pt x="10706" y="62"/>
                    <a:pt x="10530" y="1"/>
                    <a:pt x="10358"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grpSp>
      <p:grpSp>
        <p:nvGrpSpPr>
          <p:cNvPr id="33" name="Google Shape;1000;p51">
            <a:extLst>
              <a:ext uri="{FF2B5EF4-FFF2-40B4-BE49-F238E27FC236}">
                <a16:creationId xmlns:a16="http://schemas.microsoft.com/office/drawing/2014/main" id="{C6AA5D79-93F2-36C5-EA4C-E24A6CC3EA43}"/>
              </a:ext>
            </a:extLst>
          </p:cNvPr>
          <p:cNvGrpSpPr/>
          <p:nvPr/>
        </p:nvGrpSpPr>
        <p:grpSpPr>
          <a:xfrm rot="10800000">
            <a:off x="9954537" y="4702763"/>
            <a:ext cx="1729900" cy="1236460"/>
            <a:chOff x="3999661" y="4112712"/>
            <a:chExt cx="439845" cy="373830"/>
          </a:xfrm>
          <a:solidFill>
            <a:schemeClr val="bg2">
              <a:lumMod val="10000"/>
            </a:schemeClr>
          </a:solidFill>
        </p:grpSpPr>
        <p:sp>
          <p:nvSpPr>
            <p:cNvPr id="34" name="Google Shape;1001;p51">
              <a:extLst>
                <a:ext uri="{FF2B5EF4-FFF2-40B4-BE49-F238E27FC236}">
                  <a16:creationId xmlns:a16="http://schemas.microsoft.com/office/drawing/2014/main" id="{FF42FAA4-899C-F61D-1015-359B1286B65A}"/>
                </a:ext>
              </a:extLst>
            </p:cNvPr>
            <p:cNvSpPr/>
            <p:nvPr/>
          </p:nvSpPr>
          <p:spPr>
            <a:xfrm>
              <a:off x="3999661" y="4112712"/>
              <a:ext cx="439845" cy="373830"/>
            </a:xfrm>
            <a:custGeom>
              <a:avLst/>
              <a:gdLst/>
              <a:ahLst/>
              <a:cxnLst/>
              <a:rect l="l" t="t" r="r" b="b"/>
              <a:pathLst>
                <a:path w="18829" h="16003" extrusionOk="0">
                  <a:moveTo>
                    <a:pt x="5158" y="531"/>
                  </a:moveTo>
                  <a:lnTo>
                    <a:pt x="5158" y="531"/>
                  </a:lnTo>
                  <a:cubicBezTo>
                    <a:pt x="7116" y="636"/>
                    <a:pt x="8672" y="2192"/>
                    <a:pt x="8776" y="4168"/>
                  </a:cubicBezTo>
                  <a:cubicBezTo>
                    <a:pt x="8672" y="4115"/>
                    <a:pt x="8549" y="4080"/>
                    <a:pt x="8427" y="4080"/>
                  </a:cubicBezTo>
                  <a:cubicBezTo>
                    <a:pt x="8322" y="4080"/>
                    <a:pt x="8235" y="4098"/>
                    <a:pt x="8147" y="4133"/>
                  </a:cubicBezTo>
                  <a:cubicBezTo>
                    <a:pt x="8042" y="2542"/>
                    <a:pt x="6766" y="1266"/>
                    <a:pt x="5175" y="1161"/>
                  </a:cubicBezTo>
                  <a:cubicBezTo>
                    <a:pt x="5210" y="1073"/>
                    <a:pt x="5228" y="986"/>
                    <a:pt x="5228" y="899"/>
                  </a:cubicBezTo>
                  <a:cubicBezTo>
                    <a:pt x="5228" y="776"/>
                    <a:pt x="5210" y="654"/>
                    <a:pt x="5158" y="531"/>
                  </a:cubicBezTo>
                  <a:close/>
                  <a:moveTo>
                    <a:pt x="4952" y="1673"/>
                  </a:moveTo>
                  <a:cubicBezTo>
                    <a:pt x="6320" y="1673"/>
                    <a:pt x="7628" y="2743"/>
                    <a:pt x="7640" y="4342"/>
                  </a:cubicBezTo>
                  <a:cubicBezTo>
                    <a:pt x="7623" y="5821"/>
                    <a:pt x="6433" y="7002"/>
                    <a:pt x="4969" y="7002"/>
                  </a:cubicBezTo>
                  <a:cubicBezTo>
                    <a:pt x="4927" y="7002"/>
                    <a:pt x="4885" y="7001"/>
                    <a:pt x="4843" y="7000"/>
                  </a:cubicBezTo>
                  <a:lnTo>
                    <a:pt x="4843" y="7017"/>
                  </a:lnTo>
                  <a:cubicBezTo>
                    <a:pt x="2501" y="6895"/>
                    <a:pt x="1434" y="4045"/>
                    <a:pt x="3130" y="2419"/>
                  </a:cubicBezTo>
                  <a:cubicBezTo>
                    <a:pt x="3668" y="1904"/>
                    <a:pt x="4316" y="1673"/>
                    <a:pt x="4952" y="1673"/>
                  </a:cubicBezTo>
                  <a:close/>
                  <a:moveTo>
                    <a:pt x="14796" y="579"/>
                  </a:moveTo>
                  <a:cubicBezTo>
                    <a:pt x="14811" y="579"/>
                    <a:pt x="14827" y="581"/>
                    <a:pt x="14842" y="584"/>
                  </a:cubicBezTo>
                  <a:cubicBezTo>
                    <a:pt x="16730" y="899"/>
                    <a:pt x="18111" y="2577"/>
                    <a:pt x="18024" y="4500"/>
                  </a:cubicBezTo>
                  <a:cubicBezTo>
                    <a:pt x="17972" y="5793"/>
                    <a:pt x="17255" y="6965"/>
                    <a:pt x="16154" y="7629"/>
                  </a:cubicBezTo>
                  <a:cubicBezTo>
                    <a:pt x="15961" y="7734"/>
                    <a:pt x="15856" y="7926"/>
                    <a:pt x="15856" y="8136"/>
                  </a:cubicBezTo>
                  <a:lnTo>
                    <a:pt x="15856" y="8940"/>
                  </a:lnTo>
                  <a:cubicBezTo>
                    <a:pt x="15874" y="9062"/>
                    <a:pt x="15751" y="9167"/>
                    <a:pt x="15629" y="9167"/>
                  </a:cubicBezTo>
                  <a:lnTo>
                    <a:pt x="12797" y="9167"/>
                  </a:lnTo>
                  <a:cubicBezTo>
                    <a:pt x="12657" y="9167"/>
                    <a:pt x="12570" y="9062"/>
                    <a:pt x="12570" y="8940"/>
                  </a:cubicBezTo>
                  <a:lnTo>
                    <a:pt x="12570" y="8136"/>
                  </a:lnTo>
                  <a:cubicBezTo>
                    <a:pt x="12570" y="7926"/>
                    <a:pt x="12465" y="7734"/>
                    <a:pt x="12273" y="7629"/>
                  </a:cubicBezTo>
                  <a:cubicBezTo>
                    <a:pt x="11311" y="7052"/>
                    <a:pt x="10647" y="6073"/>
                    <a:pt x="10472" y="4972"/>
                  </a:cubicBezTo>
                  <a:cubicBezTo>
                    <a:pt x="10433" y="4738"/>
                    <a:pt x="10606" y="4607"/>
                    <a:pt x="10779" y="4607"/>
                  </a:cubicBezTo>
                  <a:cubicBezTo>
                    <a:pt x="10916" y="4607"/>
                    <a:pt x="11053" y="4689"/>
                    <a:pt x="11084" y="4867"/>
                  </a:cubicBezTo>
                  <a:cubicBezTo>
                    <a:pt x="11347" y="6494"/>
                    <a:pt x="12739" y="7539"/>
                    <a:pt x="14221" y="7539"/>
                  </a:cubicBezTo>
                  <a:cubicBezTo>
                    <a:pt x="14808" y="7539"/>
                    <a:pt x="15410" y="7374"/>
                    <a:pt x="15961" y="7017"/>
                  </a:cubicBezTo>
                  <a:cubicBezTo>
                    <a:pt x="16170" y="6853"/>
                    <a:pt x="16023" y="6550"/>
                    <a:pt x="15791" y="6550"/>
                  </a:cubicBezTo>
                  <a:cubicBezTo>
                    <a:pt x="15751" y="6550"/>
                    <a:pt x="15708" y="6559"/>
                    <a:pt x="15664" y="6580"/>
                  </a:cubicBezTo>
                  <a:cubicBezTo>
                    <a:pt x="15279" y="6842"/>
                    <a:pt x="14825" y="7000"/>
                    <a:pt x="14353" y="7017"/>
                  </a:cubicBezTo>
                  <a:cubicBezTo>
                    <a:pt x="14304" y="7019"/>
                    <a:pt x="14255" y="7021"/>
                    <a:pt x="14207" y="7021"/>
                  </a:cubicBezTo>
                  <a:cubicBezTo>
                    <a:pt x="11872" y="7021"/>
                    <a:pt x="10664" y="4167"/>
                    <a:pt x="12343" y="2472"/>
                  </a:cubicBezTo>
                  <a:cubicBezTo>
                    <a:pt x="12889" y="1931"/>
                    <a:pt x="13557" y="1690"/>
                    <a:pt x="14210" y="1690"/>
                  </a:cubicBezTo>
                  <a:cubicBezTo>
                    <a:pt x="15625" y="1690"/>
                    <a:pt x="16977" y="2820"/>
                    <a:pt x="16905" y="4482"/>
                  </a:cubicBezTo>
                  <a:cubicBezTo>
                    <a:pt x="16870" y="4989"/>
                    <a:pt x="16713" y="5461"/>
                    <a:pt x="16433" y="5881"/>
                  </a:cubicBezTo>
                  <a:cubicBezTo>
                    <a:pt x="16283" y="6081"/>
                    <a:pt x="16464" y="6290"/>
                    <a:pt x="16657" y="6290"/>
                  </a:cubicBezTo>
                  <a:cubicBezTo>
                    <a:pt x="16733" y="6290"/>
                    <a:pt x="16811" y="6257"/>
                    <a:pt x="16870" y="6178"/>
                  </a:cubicBezTo>
                  <a:cubicBezTo>
                    <a:pt x="17202" y="5671"/>
                    <a:pt x="17395" y="5094"/>
                    <a:pt x="17430" y="4500"/>
                  </a:cubicBezTo>
                  <a:cubicBezTo>
                    <a:pt x="17500" y="2874"/>
                    <a:pt x="16346" y="1458"/>
                    <a:pt x="14755" y="1196"/>
                  </a:cubicBezTo>
                  <a:cubicBezTo>
                    <a:pt x="14668" y="1178"/>
                    <a:pt x="14598" y="1143"/>
                    <a:pt x="14563" y="1091"/>
                  </a:cubicBezTo>
                  <a:cubicBezTo>
                    <a:pt x="14510" y="1038"/>
                    <a:pt x="14475" y="968"/>
                    <a:pt x="14493" y="899"/>
                  </a:cubicBezTo>
                  <a:cubicBezTo>
                    <a:pt x="14475" y="794"/>
                    <a:pt x="14528" y="706"/>
                    <a:pt x="14598" y="654"/>
                  </a:cubicBezTo>
                  <a:cubicBezTo>
                    <a:pt x="14655" y="611"/>
                    <a:pt x="14725" y="579"/>
                    <a:pt x="14796" y="579"/>
                  </a:cubicBezTo>
                  <a:close/>
                  <a:moveTo>
                    <a:pt x="5350" y="9692"/>
                  </a:moveTo>
                  <a:lnTo>
                    <a:pt x="5350" y="10303"/>
                  </a:lnTo>
                  <a:cubicBezTo>
                    <a:pt x="5350" y="10338"/>
                    <a:pt x="5315" y="10391"/>
                    <a:pt x="5263" y="10391"/>
                  </a:cubicBezTo>
                  <a:lnTo>
                    <a:pt x="4668" y="10391"/>
                  </a:lnTo>
                  <a:cubicBezTo>
                    <a:pt x="4616" y="10391"/>
                    <a:pt x="4581" y="10338"/>
                    <a:pt x="4581" y="10303"/>
                  </a:cubicBezTo>
                  <a:lnTo>
                    <a:pt x="4581" y="9692"/>
                  </a:lnTo>
                  <a:close/>
                  <a:moveTo>
                    <a:pt x="14598" y="9692"/>
                  </a:moveTo>
                  <a:lnTo>
                    <a:pt x="14598" y="10303"/>
                  </a:lnTo>
                  <a:cubicBezTo>
                    <a:pt x="14598" y="10338"/>
                    <a:pt x="14563" y="10391"/>
                    <a:pt x="14510" y="10391"/>
                  </a:cubicBezTo>
                  <a:lnTo>
                    <a:pt x="13916" y="10391"/>
                  </a:lnTo>
                  <a:cubicBezTo>
                    <a:pt x="13881" y="10391"/>
                    <a:pt x="13829" y="10338"/>
                    <a:pt x="13829" y="10303"/>
                  </a:cubicBezTo>
                  <a:lnTo>
                    <a:pt x="13829" y="9692"/>
                  </a:lnTo>
                  <a:close/>
                  <a:moveTo>
                    <a:pt x="4965" y="12104"/>
                  </a:moveTo>
                  <a:cubicBezTo>
                    <a:pt x="5193" y="12104"/>
                    <a:pt x="5420" y="12261"/>
                    <a:pt x="5420" y="12576"/>
                  </a:cubicBezTo>
                  <a:lnTo>
                    <a:pt x="5420" y="12838"/>
                  </a:lnTo>
                  <a:cubicBezTo>
                    <a:pt x="5420" y="13144"/>
                    <a:pt x="5193" y="13297"/>
                    <a:pt x="4965" y="13297"/>
                  </a:cubicBezTo>
                  <a:cubicBezTo>
                    <a:pt x="4738" y="13297"/>
                    <a:pt x="4511" y="13144"/>
                    <a:pt x="4511" y="12838"/>
                  </a:cubicBezTo>
                  <a:lnTo>
                    <a:pt x="4511" y="12576"/>
                  </a:lnTo>
                  <a:cubicBezTo>
                    <a:pt x="4511" y="12261"/>
                    <a:pt x="4738" y="12104"/>
                    <a:pt x="4965" y="12104"/>
                  </a:cubicBezTo>
                  <a:close/>
                  <a:moveTo>
                    <a:pt x="14231" y="12104"/>
                  </a:moveTo>
                  <a:cubicBezTo>
                    <a:pt x="14475" y="12122"/>
                    <a:pt x="14668" y="12331"/>
                    <a:pt x="14668" y="12576"/>
                  </a:cubicBezTo>
                  <a:lnTo>
                    <a:pt x="14685" y="12576"/>
                  </a:lnTo>
                  <a:lnTo>
                    <a:pt x="14685" y="12838"/>
                  </a:lnTo>
                  <a:cubicBezTo>
                    <a:pt x="14685" y="13144"/>
                    <a:pt x="14453" y="13297"/>
                    <a:pt x="14222" y="13297"/>
                  </a:cubicBezTo>
                  <a:cubicBezTo>
                    <a:pt x="13990" y="13297"/>
                    <a:pt x="13759" y="13144"/>
                    <a:pt x="13759" y="12838"/>
                  </a:cubicBezTo>
                  <a:lnTo>
                    <a:pt x="13759" y="12576"/>
                  </a:lnTo>
                  <a:cubicBezTo>
                    <a:pt x="13759" y="12331"/>
                    <a:pt x="13951" y="12122"/>
                    <a:pt x="14196" y="12104"/>
                  </a:cubicBezTo>
                  <a:close/>
                  <a:moveTo>
                    <a:pt x="6819" y="14569"/>
                  </a:moveTo>
                  <a:cubicBezTo>
                    <a:pt x="7448" y="14569"/>
                    <a:pt x="7448" y="15495"/>
                    <a:pt x="6819" y="15495"/>
                  </a:cubicBezTo>
                  <a:lnTo>
                    <a:pt x="6556" y="15495"/>
                  </a:lnTo>
                  <a:cubicBezTo>
                    <a:pt x="5944" y="15495"/>
                    <a:pt x="5944" y="14569"/>
                    <a:pt x="6556" y="14569"/>
                  </a:cubicBezTo>
                  <a:close/>
                  <a:moveTo>
                    <a:pt x="9720" y="14569"/>
                  </a:moveTo>
                  <a:cubicBezTo>
                    <a:pt x="9983" y="14569"/>
                    <a:pt x="10192" y="14761"/>
                    <a:pt x="10192" y="15023"/>
                  </a:cubicBezTo>
                  <a:cubicBezTo>
                    <a:pt x="10192" y="15268"/>
                    <a:pt x="9983" y="15478"/>
                    <a:pt x="9720" y="15478"/>
                  </a:cubicBezTo>
                  <a:lnTo>
                    <a:pt x="9720" y="15495"/>
                  </a:lnTo>
                  <a:lnTo>
                    <a:pt x="9458" y="15495"/>
                  </a:lnTo>
                  <a:cubicBezTo>
                    <a:pt x="8846" y="15495"/>
                    <a:pt x="8846" y="14569"/>
                    <a:pt x="9458" y="14569"/>
                  </a:cubicBezTo>
                  <a:close/>
                  <a:moveTo>
                    <a:pt x="12622" y="14569"/>
                  </a:moveTo>
                  <a:cubicBezTo>
                    <a:pt x="13252" y="14569"/>
                    <a:pt x="13252" y="15495"/>
                    <a:pt x="12622" y="15495"/>
                  </a:cubicBezTo>
                  <a:lnTo>
                    <a:pt x="12360" y="15495"/>
                  </a:lnTo>
                  <a:cubicBezTo>
                    <a:pt x="11748" y="15495"/>
                    <a:pt x="11748" y="14569"/>
                    <a:pt x="12360" y="14569"/>
                  </a:cubicBezTo>
                  <a:close/>
                  <a:moveTo>
                    <a:pt x="4968" y="1"/>
                  </a:moveTo>
                  <a:cubicBezTo>
                    <a:pt x="3943" y="1"/>
                    <a:pt x="2911" y="362"/>
                    <a:pt x="2081" y="1108"/>
                  </a:cubicBezTo>
                  <a:cubicBezTo>
                    <a:pt x="1877" y="1286"/>
                    <a:pt x="2044" y="1569"/>
                    <a:pt x="2252" y="1569"/>
                  </a:cubicBezTo>
                  <a:cubicBezTo>
                    <a:pt x="2311" y="1569"/>
                    <a:pt x="2373" y="1547"/>
                    <a:pt x="2431" y="1493"/>
                  </a:cubicBezTo>
                  <a:cubicBezTo>
                    <a:pt x="2973" y="1021"/>
                    <a:pt x="3637" y="706"/>
                    <a:pt x="4354" y="584"/>
                  </a:cubicBezTo>
                  <a:cubicBezTo>
                    <a:pt x="4369" y="581"/>
                    <a:pt x="4385" y="579"/>
                    <a:pt x="4400" y="579"/>
                  </a:cubicBezTo>
                  <a:cubicBezTo>
                    <a:pt x="4471" y="579"/>
                    <a:pt x="4541" y="611"/>
                    <a:pt x="4598" y="654"/>
                  </a:cubicBezTo>
                  <a:cubicBezTo>
                    <a:pt x="4668" y="706"/>
                    <a:pt x="4703" y="794"/>
                    <a:pt x="4703" y="881"/>
                  </a:cubicBezTo>
                  <a:cubicBezTo>
                    <a:pt x="4703" y="968"/>
                    <a:pt x="4668" y="1038"/>
                    <a:pt x="4633" y="1091"/>
                  </a:cubicBezTo>
                  <a:cubicBezTo>
                    <a:pt x="4581" y="1143"/>
                    <a:pt x="4511" y="1178"/>
                    <a:pt x="4441" y="1196"/>
                  </a:cubicBezTo>
                  <a:cubicBezTo>
                    <a:pt x="1871" y="1615"/>
                    <a:pt x="875" y="4762"/>
                    <a:pt x="2710" y="6597"/>
                  </a:cubicBezTo>
                  <a:cubicBezTo>
                    <a:pt x="3356" y="7243"/>
                    <a:pt x="4163" y="7538"/>
                    <a:pt x="4957" y="7538"/>
                  </a:cubicBezTo>
                  <a:cubicBezTo>
                    <a:pt x="6421" y="7538"/>
                    <a:pt x="7840" y="6533"/>
                    <a:pt x="8112" y="4867"/>
                  </a:cubicBezTo>
                  <a:cubicBezTo>
                    <a:pt x="8130" y="4727"/>
                    <a:pt x="8269" y="4605"/>
                    <a:pt x="8409" y="4605"/>
                  </a:cubicBezTo>
                  <a:cubicBezTo>
                    <a:pt x="8584" y="4605"/>
                    <a:pt x="8724" y="4744"/>
                    <a:pt x="8724" y="4919"/>
                  </a:cubicBezTo>
                  <a:cubicBezTo>
                    <a:pt x="8724" y="5426"/>
                    <a:pt x="8409" y="6038"/>
                    <a:pt x="8130" y="6458"/>
                  </a:cubicBezTo>
                  <a:cubicBezTo>
                    <a:pt x="7815" y="6930"/>
                    <a:pt x="7395" y="7332"/>
                    <a:pt x="6906" y="7629"/>
                  </a:cubicBezTo>
                  <a:cubicBezTo>
                    <a:pt x="6714" y="7734"/>
                    <a:pt x="6609" y="7926"/>
                    <a:pt x="6609" y="8136"/>
                  </a:cubicBezTo>
                  <a:lnTo>
                    <a:pt x="6609" y="8940"/>
                  </a:lnTo>
                  <a:cubicBezTo>
                    <a:pt x="6609" y="9062"/>
                    <a:pt x="6521" y="9167"/>
                    <a:pt x="6399" y="9167"/>
                  </a:cubicBezTo>
                  <a:lnTo>
                    <a:pt x="3550" y="9167"/>
                  </a:lnTo>
                  <a:cubicBezTo>
                    <a:pt x="3427" y="9167"/>
                    <a:pt x="3322" y="9062"/>
                    <a:pt x="3322" y="8940"/>
                  </a:cubicBezTo>
                  <a:lnTo>
                    <a:pt x="3322" y="8136"/>
                  </a:lnTo>
                  <a:cubicBezTo>
                    <a:pt x="3322" y="7926"/>
                    <a:pt x="3217" y="7734"/>
                    <a:pt x="3043" y="7629"/>
                  </a:cubicBezTo>
                  <a:cubicBezTo>
                    <a:pt x="1190" y="6545"/>
                    <a:pt x="595" y="4150"/>
                    <a:pt x="1731" y="2315"/>
                  </a:cubicBezTo>
                  <a:cubicBezTo>
                    <a:pt x="1806" y="2128"/>
                    <a:pt x="1651" y="1959"/>
                    <a:pt x="1485" y="1959"/>
                  </a:cubicBezTo>
                  <a:cubicBezTo>
                    <a:pt x="1418" y="1959"/>
                    <a:pt x="1350" y="1987"/>
                    <a:pt x="1294" y="2052"/>
                  </a:cubicBezTo>
                  <a:cubicBezTo>
                    <a:pt x="1" y="4115"/>
                    <a:pt x="665" y="6842"/>
                    <a:pt x="2763" y="8066"/>
                  </a:cubicBezTo>
                  <a:cubicBezTo>
                    <a:pt x="2780" y="8083"/>
                    <a:pt x="2798" y="8101"/>
                    <a:pt x="2798" y="8136"/>
                  </a:cubicBezTo>
                  <a:lnTo>
                    <a:pt x="2798" y="8940"/>
                  </a:lnTo>
                  <a:cubicBezTo>
                    <a:pt x="2798" y="9342"/>
                    <a:pt x="3130" y="9692"/>
                    <a:pt x="3550" y="9692"/>
                  </a:cubicBezTo>
                  <a:lnTo>
                    <a:pt x="4056" y="9692"/>
                  </a:lnTo>
                  <a:lnTo>
                    <a:pt x="4056" y="10286"/>
                  </a:lnTo>
                  <a:cubicBezTo>
                    <a:pt x="4056" y="10636"/>
                    <a:pt x="4336" y="10898"/>
                    <a:pt x="4668" y="10898"/>
                  </a:cubicBezTo>
                  <a:lnTo>
                    <a:pt x="4703" y="10898"/>
                  </a:lnTo>
                  <a:lnTo>
                    <a:pt x="4703" y="11615"/>
                  </a:lnTo>
                  <a:cubicBezTo>
                    <a:pt x="4266" y="11737"/>
                    <a:pt x="3987" y="12122"/>
                    <a:pt x="3987" y="12559"/>
                  </a:cubicBezTo>
                  <a:lnTo>
                    <a:pt x="3987" y="12838"/>
                  </a:lnTo>
                  <a:cubicBezTo>
                    <a:pt x="3987" y="13293"/>
                    <a:pt x="4301" y="13712"/>
                    <a:pt x="4773" y="13800"/>
                  </a:cubicBezTo>
                  <a:cubicBezTo>
                    <a:pt x="4896" y="14254"/>
                    <a:pt x="5175" y="14656"/>
                    <a:pt x="5577" y="14919"/>
                  </a:cubicBezTo>
                  <a:lnTo>
                    <a:pt x="5577" y="15023"/>
                  </a:lnTo>
                  <a:cubicBezTo>
                    <a:pt x="5577" y="15565"/>
                    <a:pt x="6014" y="16002"/>
                    <a:pt x="6556" y="16002"/>
                  </a:cubicBezTo>
                  <a:lnTo>
                    <a:pt x="6836" y="16002"/>
                  </a:lnTo>
                  <a:cubicBezTo>
                    <a:pt x="7273" y="16002"/>
                    <a:pt x="7658" y="15705"/>
                    <a:pt x="7780" y="15286"/>
                  </a:cubicBezTo>
                  <a:lnTo>
                    <a:pt x="8514" y="15286"/>
                  </a:lnTo>
                  <a:cubicBezTo>
                    <a:pt x="8637" y="15705"/>
                    <a:pt x="9021" y="16002"/>
                    <a:pt x="9458" y="16002"/>
                  </a:cubicBezTo>
                  <a:lnTo>
                    <a:pt x="9738" y="16002"/>
                  </a:lnTo>
                  <a:cubicBezTo>
                    <a:pt x="10175" y="16002"/>
                    <a:pt x="10560" y="15705"/>
                    <a:pt x="10682" y="15286"/>
                  </a:cubicBezTo>
                  <a:lnTo>
                    <a:pt x="11416" y="15286"/>
                  </a:lnTo>
                  <a:cubicBezTo>
                    <a:pt x="11538" y="15705"/>
                    <a:pt x="11923" y="16002"/>
                    <a:pt x="12360" y="16002"/>
                  </a:cubicBezTo>
                  <a:lnTo>
                    <a:pt x="12640" y="16002"/>
                  </a:lnTo>
                  <a:cubicBezTo>
                    <a:pt x="13182" y="16002"/>
                    <a:pt x="13619" y="15565"/>
                    <a:pt x="13619" y="15023"/>
                  </a:cubicBezTo>
                  <a:lnTo>
                    <a:pt x="13619" y="14919"/>
                  </a:lnTo>
                  <a:cubicBezTo>
                    <a:pt x="14003" y="14656"/>
                    <a:pt x="14301" y="14254"/>
                    <a:pt x="14423" y="13800"/>
                  </a:cubicBezTo>
                  <a:cubicBezTo>
                    <a:pt x="14877" y="13712"/>
                    <a:pt x="15210" y="13293"/>
                    <a:pt x="15210" y="12838"/>
                  </a:cubicBezTo>
                  <a:lnTo>
                    <a:pt x="15210" y="12559"/>
                  </a:lnTo>
                  <a:cubicBezTo>
                    <a:pt x="15210" y="12122"/>
                    <a:pt x="14912" y="11737"/>
                    <a:pt x="14493" y="11615"/>
                  </a:cubicBezTo>
                  <a:lnTo>
                    <a:pt x="14493" y="10898"/>
                  </a:lnTo>
                  <a:lnTo>
                    <a:pt x="14528" y="10898"/>
                  </a:lnTo>
                  <a:cubicBezTo>
                    <a:pt x="14860" y="10898"/>
                    <a:pt x="15140" y="10618"/>
                    <a:pt x="15140" y="10286"/>
                  </a:cubicBezTo>
                  <a:lnTo>
                    <a:pt x="15140" y="9674"/>
                  </a:lnTo>
                  <a:lnTo>
                    <a:pt x="15647" y="9674"/>
                  </a:lnTo>
                  <a:cubicBezTo>
                    <a:pt x="16066" y="9674"/>
                    <a:pt x="16398" y="9342"/>
                    <a:pt x="16398" y="8922"/>
                  </a:cubicBezTo>
                  <a:lnTo>
                    <a:pt x="16398" y="8118"/>
                  </a:lnTo>
                  <a:cubicBezTo>
                    <a:pt x="16398" y="8101"/>
                    <a:pt x="16416" y="8083"/>
                    <a:pt x="16433" y="8066"/>
                  </a:cubicBezTo>
                  <a:cubicBezTo>
                    <a:pt x="18007" y="7139"/>
                    <a:pt x="18828" y="5339"/>
                    <a:pt x="18496" y="3538"/>
                  </a:cubicBezTo>
                  <a:cubicBezTo>
                    <a:pt x="18164" y="1738"/>
                    <a:pt x="16730" y="357"/>
                    <a:pt x="14930" y="59"/>
                  </a:cubicBezTo>
                  <a:cubicBezTo>
                    <a:pt x="14685" y="24"/>
                    <a:pt x="14458" y="7"/>
                    <a:pt x="14213" y="7"/>
                  </a:cubicBezTo>
                  <a:cubicBezTo>
                    <a:pt x="13199" y="7"/>
                    <a:pt x="12203" y="374"/>
                    <a:pt x="11434" y="1021"/>
                  </a:cubicBezTo>
                  <a:cubicBezTo>
                    <a:pt x="11241" y="1196"/>
                    <a:pt x="11346" y="1493"/>
                    <a:pt x="11591" y="1493"/>
                  </a:cubicBezTo>
                  <a:cubicBezTo>
                    <a:pt x="11661" y="1493"/>
                    <a:pt x="11713" y="1475"/>
                    <a:pt x="11766" y="1423"/>
                  </a:cubicBezTo>
                  <a:cubicBezTo>
                    <a:pt x="12395" y="899"/>
                    <a:pt x="13199" y="584"/>
                    <a:pt x="14038" y="531"/>
                  </a:cubicBezTo>
                  <a:lnTo>
                    <a:pt x="14038" y="531"/>
                  </a:lnTo>
                  <a:cubicBezTo>
                    <a:pt x="13986" y="654"/>
                    <a:pt x="13951" y="776"/>
                    <a:pt x="13951" y="881"/>
                  </a:cubicBezTo>
                  <a:cubicBezTo>
                    <a:pt x="13951" y="986"/>
                    <a:pt x="13968" y="1073"/>
                    <a:pt x="14003" y="1161"/>
                  </a:cubicBezTo>
                  <a:cubicBezTo>
                    <a:pt x="12413" y="1266"/>
                    <a:pt x="11154" y="2542"/>
                    <a:pt x="11032" y="4133"/>
                  </a:cubicBezTo>
                  <a:cubicBezTo>
                    <a:pt x="10944" y="4098"/>
                    <a:pt x="10857" y="4080"/>
                    <a:pt x="10769" y="4080"/>
                  </a:cubicBezTo>
                  <a:cubicBezTo>
                    <a:pt x="10647" y="4080"/>
                    <a:pt x="10525" y="4098"/>
                    <a:pt x="10420" y="4150"/>
                  </a:cubicBezTo>
                  <a:cubicBezTo>
                    <a:pt x="10455" y="3468"/>
                    <a:pt x="10664" y="2804"/>
                    <a:pt x="11049" y="2227"/>
                  </a:cubicBezTo>
                  <a:cubicBezTo>
                    <a:pt x="11185" y="2016"/>
                    <a:pt x="11005" y="1815"/>
                    <a:pt x="10820" y="1815"/>
                  </a:cubicBezTo>
                  <a:cubicBezTo>
                    <a:pt x="10745" y="1815"/>
                    <a:pt x="10668" y="1849"/>
                    <a:pt x="10612" y="1930"/>
                  </a:cubicBezTo>
                  <a:cubicBezTo>
                    <a:pt x="10140" y="2647"/>
                    <a:pt x="9878" y="3486"/>
                    <a:pt x="9878" y="4342"/>
                  </a:cubicBezTo>
                  <a:cubicBezTo>
                    <a:pt x="9895" y="5881"/>
                    <a:pt x="10699" y="7297"/>
                    <a:pt x="12010" y="8066"/>
                  </a:cubicBezTo>
                  <a:cubicBezTo>
                    <a:pt x="12028" y="8083"/>
                    <a:pt x="12045" y="8101"/>
                    <a:pt x="12045" y="8136"/>
                  </a:cubicBezTo>
                  <a:lnTo>
                    <a:pt x="12045" y="8940"/>
                  </a:lnTo>
                  <a:cubicBezTo>
                    <a:pt x="12045" y="9342"/>
                    <a:pt x="12395" y="9692"/>
                    <a:pt x="12797" y="9692"/>
                  </a:cubicBezTo>
                  <a:lnTo>
                    <a:pt x="13304" y="9692"/>
                  </a:lnTo>
                  <a:lnTo>
                    <a:pt x="13304" y="10286"/>
                  </a:lnTo>
                  <a:cubicBezTo>
                    <a:pt x="13304" y="10636"/>
                    <a:pt x="13584" y="10898"/>
                    <a:pt x="13916" y="10898"/>
                  </a:cubicBezTo>
                  <a:lnTo>
                    <a:pt x="13968" y="10898"/>
                  </a:lnTo>
                  <a:lnTo>
                    <a:pt x="13968" y="11615"/>
                  </a:lnTo>
                  <a:cubicBezTo>
                    <a:pt x="13531" y="11737"/>
                    <a:pt x="13234" y="12122"/>
                    <a:pt x="13234" y="12559"/>
                  </a:cubicBezTo>
                  <a:lnTo>
                    <a:pt x="13234" y="12838"/>
                  </a:lnTo>
                  <a:cubicBezTo>
                    <a:pt x="13234" y="13240"/>
                    <a:pt x="13496" y="13607"/>
                    <a:pt x="13881" y="13747"/>
                  </a:cubicBezTo>
                  <a:cubicBezTo>
                    <a:pt x="13776" y="14010"/>
                    <a:pt x="13619" y="14237"/>
                    <a:pt x="13409" y="14412"/>
                  </a:cubicBezTo>
                  <a:cubicBezTo>
                    <a:pt x="13234" y="14167"/>
                    <a:pt x="12937" y="14027"/>
                    <a:pt x="12622" y="14027"/>
                  </a:cubicBezTo>
                  <a:lnTo>
                    <a:pt x="12360" y="14027"/>
                  </a:lnTo>
                  <a:cubicBezTo>
                    <a:pt x="11923" y="14027"/>
                    <a:pt x="11538" y="14324"/>
                    <a:pt x="11416" y="14744"/>
                  </a:cubicBezTo>
                  <a:lnTo>
                    <a:pt x="10682" y="14744"/>
                  </a:lnTo>
                  <a:cubicBezTo>
                    <a:pt x="10560" y="14324"/>
                    <a:pt x="10175" y="14027"/>
                    <a:pt x="9738" y="14027"/>
                  </a:cubicBezTo>
                  <a:lnTo>
                    <a:pt x="9458" y="14027"/>
                  </a:lnTo>
                  <a:cubicBezTo>
                    <a:pt x="9021" y="14027"/>
                    <a:pt x="8637" y="14324"/>
                    <a:pt x="8514" y="14744"/>
                  </a:cubicBezTo>
                  <a:lnTo>
                    <a:pt x="7780" y="14744"/>
                  </a:lnTo>
                  <a:cubicBezTo>
                    <a:pt x="7658" y="14324"/>
                    <a:pt x="7273" y="14027"/>
                    <a:pt x="6819" y="14027"/>
                  </a:cubicBezTo>
                  <a:lnTo>
                    <a:pt x="6556" y="14027"/>
                  </a:lnTo>
                  <a:cubicBezTo>
                    <a:pt x="6259" y="14027"/>
                    <a:pt x="5962" y="14167"/>
                    <a:pt x="5770" y="14412"/>
                  </a:cubicBezTo>
                  <a:cubicBezTo>
                    <a:pt x="5560" y="14237"/>
                    <a:pt x="5403" y="14010"/>
                    <a:pt x="5315" y="13765"/>
                  </a:cubicBezTo>
                  <a:cubicBezTo>
                    <a:pt x="5700" y="13607"/>
                    <a:pt x="5944" y="13240"/>
                    <a:pt x="5962" y="12838"/>
                  </a:cubicBezTo>
                  <a:lnTo>
                    <a:pt x="5962" y="12559"/>
                  </a:lnTo>
                  <a:cubicBezTo>
                    <a:pt x="5944" y="12122"/>
                    <a:pt x="5647" y="11737"/>
                    <a:pt x="5228" y="11615"/>
                  </a:cubicBezTo>
                  <a:lnTo>
                    <a:pt x="5228" y="10898"/>
                  </a:lnTo>
                  <a:lnTo>
                    <a:pt x="5263" y="10898"/>
                  </a:lnTo>
                  <a:cubicBezTo>
                    <a:pt x="5595" y="10898"/>
                    <a:pt x="5875" y="10618"/>
                    <a:pt x="5875" y="10286"/>
                  </a:cubicBezTo>
                  <a:lnTo>
                    <a:pt x="5875" y="9674"/>
                  </a:lnTo>
                  <a:lnTo>
                    <a:pt x="6381" y="9674"/>
                  </a:lnTo>
                  <a:cubicBezTo>
                    <a:pt x="6801" y="9674"/>
                    <a:pt x="7133" y="9342"/>
                    <a:pt x="7133" y="8922"/>
                  </a:cubicBezTo>
                  <a:lnTo>
                    <a:pt x="7133" y="8118"/>
                  </a:lnTo>
                  <a:cubicBezTo>
                    <a:pt x="7133" y="8101"/>
                    <a:pt x="7151" y="8083"/>
                    <a:pt x="7168" y="8066"/>
                  </a:cubicBezTo>
                  <a:cubicBezTo>
                    <a:pt x="9371" y="6772"/>
                    <a:pt x="9983" y="3835"/>
                    <a:pt x="8462" y="1773"/>
                  </a:cubicBezTo>
                  <a:cubicBezTo>
                    <a:pt x="7613" y="608"/>
                    <a:pt x="6296" y="1"/>
                    <a:pt x="4968"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5" name="Google Shape;1002;p51">
              <a:extLst>
                <a:ext uri="{FF2B5EF4-FFF2-40B4-BE49-F238E27FC236}">
                  <a16:creationId xmlns:a16="http://schemas.microsoft.com/office/drawing/2014/main" id="{9CDA20E6-D2FF-0242-7098-3F6F3D1D0E49}"/>
                </a:ext>
              </a:extLst>
            </p:cNvPr>
            <p:cNvSpPr/>
            <p:nvPr/>
          </p:nvSpPr>
          <p:spPr>
            <a:xfrm>
              <a:off x="4107070" y="4301624"/>
              <a:ext cx="14717" cy="12171"/>
            </a:xfrm>
            <a:custGeom>
              <a:avLst/>
              <a:gdLst/>
              <a:ahLst/>
              <a:cxnLst/>
              <a:rect l="l" t="t" r="r" b="b"/>
              <a:pathLst>
                <a:path w="630" h="521" extrusionOk="0">
                  <a:moveTo>
                    <a:pt x="360" y="1"/>
                  </a:moveTo>
                  <a:cubicBezTo>
                    <a:pt x="294" y="1"/>
                    <a:pt x="227" y="26"/>
                    <a:pt x="175" y="84"/>
                  </a:cubicBezTo>
                  <a:cubicBezTo>
                    <a:pt x="0" y="241"/>
                    <a:pt x="123" y="521"/>
                    <a:pt x="350" y="521"/>
                  </a:cubicBezTo>
                  <a:cubicBezTo>
                    <a:pt x="507" y="521"/>
                    <a:pt x="630" y="398"/>
                    <a:pt x="630" y="259"/>
                  </a:cubicBezTo>
                  <a:cubicBezTo>
                    <a:pt x="630" y="106"/>
                    <a:pt x="496" y="1"/>
                    <a:pt x="36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6" name="Google Shape;1003;p51">
              <a:extLst>
                <a:ext uri="{FF2B5EF4-FFF2-40B4-BE49-F238E27FC236}">
                  <a16:creationId xmlns:a16="http://schemas.microsoft.com/office/drawing/2014/main" id="{04052F1A-031C-7939-FA9F-64004181CD06}"/>
                </a:ext>
              </a:extLst>
            </p:cNvPr>
            <p:cNvSpPr/>
            <p:nvPr/>
          </p:nvSpPr>
          <p:spPr>
            <a:xfrm>
              <a:off x="4323501" y="4301530"/>
              <a:ext cx="14320" cy="12287"/>
            </a:xfrm>
            <a:custGeom>
              <a:avLst/>
              <a:gdLst/>
              <a:ahLst/>
              <a:cxnLst/>
              <a:rect l="l" t="t" r="r" b="b"/>
              <a:pathLst>
                <a:path w="613" h="526" extrusionOk="0">
                  <a:moveTo>
                    <a:pt x="350" y="0"/>
                  </a:moveTo>
                  <a:cubicBezTo>
                    <a:pt x="123" y="0"/>
                    <a:pt x="1" y="280"/>
                    <a:pt x="175" y="455"/>
                  </a:cubicBezTo>
                  <a:cubicBezTo>
                    <a:pt x="224" y="504"/>
                    <a:pt x="285" y="526"/>
                    <a:pt x="346" y="526"/>
                  </a:cubicBezTo>
                  <a:cubicBezTo>
                    <a:pt x="480" y="526"/>
                    <a:pt x="612" y="419"/>
                    <a:pt x="612" y="263"/>
                  </a:cubicBezTo>
                  <a:cubicBezTo>
                    <a:pt x="612" y="123"/>
                    <a:pt x="507" y="0"/>
                    <a:pt x="350"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grpSp>
      <p:sp>
        <p:nvSpPr>
          <p:cNvPr id="8" name="Google Shape;1183;p51">
            <a:extLst>
              <a:ext uri="{FF2B5EF4-FFF2-40B4-BE49-F238E27FC236}">
                <a16:creationId xmlns:a16="http://schemas.microsoft.com/office/drawing/2014/main" id="{DD23DBE9-7D14-D471-B203-D564BB8AB3FD}"/>
              </a:ext>
            </a:extLst>
          </p:cNvPr>
          <p:cNvSpPr/>
          <p:nvPr/>
        </p:nvSpPr>
        <p:spPr>
          <a:xfrm>
            <a:off x="1451779" y="1514844"/>
            <a:ext cx="713317" cy="1231900"/>
          </a:xfrm>
          <a:custGeom>
            <a:avLst/>
            <a:gdLst/>
            <a:ahLst/>
            <a:cxnLst/>
            <a:rect l="l" t="t" r="r" b="b"/>
            <a:pathLst>
              <a:path w="8515" h="17937" extrusionOk="0">
                <a:moveTo>
                  <a:pt x="3375" y="525"/>
                </a:moveTo>
                <a:cubicBezTo>
                  <a:pt x="3427" y="525"/>
                  <a:pt x="3462" y="577"/>
                  <a:pt x="3462" y="630"/>
                </a:cubicBezTo>
                <a:lnTo>
                  <a:pt x="3462" y="1381"/>
                </a:lnTo>
                <a:lnTo>
                  <a:pt x="2151" y="1381"/>
                </a:lnTo>
                <a:lnTo>
                  <a:pt x="2151" y="630"/>
                </a:lnTo>
                <a:cubicBezTo>
                  <a:pt x="2169" y="577"/>
                  <a:pt x="2204" y="525"/>
                  <a:pt x="2256" y="525"/>
                </a:cubicBezTo>
                <a:close/>
                <a:moveTo>
                  <a:pt x="3462" y="1906"/>
                </a:moveTo>
                <a:lnTo>
                  <a:pt x="3462" y="3549"/>
                </a:lnTo>
                <a:lnTo>
                  <a:pt x="2151" y="3549"/>
                </a:lnTo>
                <a:lnTo>
                  <a:pt x="2151" y="1906"/>
                </a:lnTo>
                <a:close/>
                <a:moveTo>
                  <a:pt x="3462" y="4056"/>
                </a:moveTo>
                <a:lnTo>
                  <a:pt x="3462" y="4720"/>
                </a:lnTo>
                <a:cubicBezTo>
                  <a:pt x="3462" y="4930"/>
                  <a:pt x="3585" y="5140"/>
                  <a:pt x="3777" y="5245"/>
                </a:cubicBezTo>
                <a:cubicBezTo>
                  <a:pt x="4301" y="5542"/>
                  <a:pt x="4703" y="6014"/>
                  <a:pt x="4931" y="6591"/>
                </a:cubicBezTo>
                <a:lnTo>
                  <a:pt x="4004" y="6591"/>
                </a:lnTo>
                <a:cubicBezTo>
                  <a:pt x="3993" y="6590"/>
                  <a:pt x="3981" y="6589"/>
                  <a:pt x="3970" y="6589"/>
                </a:cubicBezTo>
                <a:cubicBezTo>
                  <a:pt x="3758" y="6589"/>
                  <a:pt x="3584" y="6742"/>
                  <a:pt x="3567" y="6958"/>
                </a:cubicBezTo>
                <a:lnTo>
                  <a:pt x="3305" y="8793"/>
                </a:lnTo>
                <a:lnTo>
                  <a:pt x="525" y="8793"/>
                </a:lnTo>
                <a:lnTo>
                  <a:pt x="525" y="7517"/>
                </a:lnTo>
                <a:cubicBezTo>
                  <a:pt x="525" y="6591"/>
                  <a:pt x="1032" y="5717"/>
                  <a:pt x="1854" y="5245"/>
                </a:cubicBezTo>
                <a:cubicBezTo>
                  <a:pt x="2046" y="5140"/>
                  <a:pt x="2151" y="4930"/>
                  <a:pt x="2151" y="4720"/>
                </a:cubicBezTo>
                <a:lnTo>
                  <a:pt x="2151" y="4056"/>
                </a:lnTo>
                <a:close/>
                <a:moveTo>
                  <a:pt x="2765" y="10610"/>
                </a:moveTo>
                <a:cubicBezTo>
                  <a:pt x="2782" y="10610"/>
                  <a:pt x="2798" y="10611"/>
                  <a:pt x="2815" y="10611"/>
                </a:cubicBezTo>
                <a:cubicBezTo>
                  <a:pt x="2903" y="10611"/>
                  <a:pt x="2990" y="10629"/>
                  <a:pt x="3078" y="10664"/>
                </a:cubicBezTo>
                <a:cubicBezTo>
                  <a:pt x="3130" y="11136"/>
                  <a:pt x="3305" y="11608"/>
                  <a:pt x="3585" y="11992"/>
                </a:cubicBezTo>
                <a:cubicBezTo>
                  <a:pt x="3427" y="12255"/>
                  <a:pt x="3130" y="12429"/>
                  <a:pt x="2815" y="12429"/>
                </a:cubicBezTo>
                <a:cubicBezTo>
                  <a:pt x="2798" y="12430"/>
                  <a:pt x="2782" y="12431"/>
                  <a:pt x="2765" y="12431"/>
                </a:cubicBezTo>
                <a:cubicBezTo>
                  <a:pt x="1573" y="12431"/>
                  <a:pt x="1573" y="10610"/>
                  <a:pt x="2765" y="10610"/>
                </a:cubicBezTo>
                <a:close/>
                <a:moveTo>
                  <a:pt x="5700" y="10166"/>
                </a:moveTo>
                <a:cubicBezTo>
                  <a:pt x="5853" y="10166"/>
                  <a:pt x="6006" y="10209"/>
                  <a:pt x="6137" y="10297"/>
                </a:cubicBezTo>
                <a:cubicBezTo>
                  <a:pt x="6347" y="10437"/>
                  <a:pt x="6591" y="10524"/>
                  <a:pt x="6854" y="10524"/>
                </a:cubicBezTo>
                <a:cubicBezTo>
                  <a:pt x="7116" y="10524"/>
                  <a:pt x="7361" y="10437"/>
                  <a:pt x="7570" y="10297"/>
                </a:cubicBezTo>
                <a:cubicBezTo>
                  <a:pt x="7640" y="10244"/>
                  <a:pt x="7710" y="10209"/>
                  <a:pt x="7798" y="10192"/>
                </a:cubicBezTo>
                <a:lnTo>
                  <a:pt x="7798" y="10192"/>
                </a:lnTo>
                <a:cubicBezTo>
                  <a:pt x="7951" y="11580"/>
                  <a:pt x="6836" y="12541"/>
                  <a:pt x="5676" y="12541"/>
                </a:cubicBezTo>
                <a:cubicBezTo>
                  <a:pt x="5112" y="12541"/>
                  <a:pt x="4537" y="12314"/>
                  <a:pt x="4092" y="11800"/>
                </a:cubicBezTo>
                <a:lnTo>
                  <a:pt x="4109" y="11800"/>
                </a:lnTo>
                <a:cubicBezTo>
                  <a:pt x="3724" y="11363"/>
                  <a:pt x="3550" y="10769"/>
                  <a:pt x="3620" y="10192"/>
                </a:cubicBezTo>
                <a:lnTo>
                  <a:pt x="3620" y="10192"/>
                </a:lnTo>
                <a:cubicBezTo>
                  <a:pt x="3689" y="10227"/>
                  <a:pt x="3759" y="10262"/>
                  <a:pt x="3829" y="10297"/>
                </a:cubicBezTo>
                <a:cubicBezTo>
                  <a:pt x="4039" y="10437"/>
                  <a:pt x="4301" y="10524"/>
                  <a:pt x="4564" y="10524"/>
                </a:cubicBezTo>
                <a:cubicBezTo>
                  <a:pt x="4808" y="10524"/>
                  <a:pt x="5053" y="10437"/>
                  <a:pt x="5263" y="10297"/>
                </a:cubicBezTo>
                <a:cubicBezTo>
                  <a:pt x="5394" y="10209"/>
                  <a:pt x="5547" y="10166"/>
                  <a:pt x="5700" y="10166"/>
                </a:cubicBezTo>
                <a:close/>
                <a:moveTo>
                  <a:pt x="4878" y="14248"/>
                </a:moveTo>
                <a:lnTo>
                  <a:pt x="4878" y="16275"/>
                </a:lnTo>
                <a:lnTo>
                  <a:pt x="4511" y="16275"/>
                </a:lnTo>
                <a:cubicBezTo>
                  <a:pt x="3882" y="16275"/>
                  <a:pt x="3340" y="16765"/>
                  <a:pt x="3305" y="17412"/>
                </a:cubicBezTo>
                <a:lnTo>
                  <a:pt x="630" y="17412"/>
                </a:lnTo>
                <a:cubicBezTo>
                  <a:pt x="578" y="17412"/>
                  <a:pt x="525" y="17359"/>
                  <a:pt x="525" y="17307"/>
                </a:cubicBezTo>
                <a:lnTo>
                  <a:pt x="525" y="14248"/>
                </a:lnTo>
                <a:close/>
                <a:moveTo>
                  <a:pt x="6906" y="16800"/>
                </a:moveTo>
                <a:cubicBezTo>
                  <a:pt x="7256" y="16800"/>
                  <a:pt x="7553" y="17062"/>
                  <a:pt x="7588" y="17412"/>
                </a:cubicBezTo>
                <a:lnTo>
                  <a:pt x="3829" y="17412"/>
                </a:lnTo>
                <a:cubicBezTo>
                  <a:pt x="3864" y="17062"/>
                  <a:pt x="4161" y="16800"/>
                  <a:pt x="4511" y="16800"/>
                </a:cubicBezTo>
                <a:close/>
                <a:moveTo>
                  <a:pt x="2256" y="0"/>
                </a:moveTo>
                <a:cubicBezTo>
                  <a:pt x="1906" y="0"/>
                  <a:pt x="1627" y="280"/>
                  <a:pt x="1627" y="630"/>
                </a:cubicBezTo>
                <a:lnTo>
                  <a:pt x="1627" y="4720"/>
                </a:lnTo>
                <a:cubicBezTo>
                  <a:pt x="1627" y="4755"/>
                  <a:pt x="1609" y="4773"/>
                  <a:pt x="1592" y="4790"/>
                </a:cubicBezTo>
                <a:cubicBezTo>
                  <a:pt x="613" y="5350"/>
                  <a:pt x="1" y="6398"/>
                  <a:pt x="1" y="7517"/>
                </a:cubicBezTo>
                <a:lnTo>
                  <a:pt x="1" y="11748"/>
                </a:lnTo>
                <a:cubicBezTo>
                  <a:pt x="1" y="11922"/>
                  <a:pt x="132" y="12010"/>
                  <a:pt x="263" y="12010"/>
                </a:cubicBezTo>
                <a:cubicBezTo>
                  <a:pt x="394" y="12010"/>
                  <a:pt x="525" y="11922"/>
                  <a:pt x="525" y="11748"/>
                </a:cubicBezTo>
                <a:lnTo>
                  <a:pt x="525" y="9318"/>
                </a:lnTo>
                <a:lnTo>
                  <a:pt x="3217" y="9318"/>
                </a:lnTo>
                <a:lnTo>
                  <a:pt x="3095" y="10035"/>
                </a:lnTo>
                <a:lnTo>
                  <a:pt x="3095" y="10122"/>
                </a:lnTo>
                <a:cubicBezTo>
                  <a:pt x="2995" y="10101"/>
                  <a:pt x="2897" y="10091"/>
                  <a:pt x="2801" y="10091"/>
                </a:cubicBezTo>
                <a:cubicBezTo>
                  <a:pt x="1852" y="10091"/>
                  <a:pt x="1122" y="11059"/>
                  <a:pt x="1487" y="12027"/>
                </a:cubicBezTo>
                <a:cubicBezTo>
                  <a:pt x="1707" y="12629"/>
                  <a:pt x="2262" y="12955"/>
                  <a:pt x="2823" y="12955"/>
                </a:cubicBezTo>
                <a:cubicBezTo>
                  <a:pt x="3240" y="12955"/>
                  <a:pt x="3661" y="12775"/>
                  <a:pt x="3952" y="12394"/>
                </a:cubicBezTo>
                <a:cubicBezTo>
                  <a:pt x="4214" y="12622"/>
                  <a:pt x="4529" y="12814"/>
                  <a:pt x="4878" y="12919"/>
                </a:cubicBezTo>
                <a:lnTo>
                  <a:pt x="4878" y="13723"/>
                </a:lnTo>
                <a:lnTo>
                  <a:pt x="525" y="13723"/>
                </a:lnTo>
                <a:lnTo>
                  <a:pt x="525" y="12884"/>
                </a:lnTo>
                <a:cubicBezTo>
                  <a:pt x="525" y="12709"/>
                  <a:pt x="394" y="12622"/>
                  <a:pt x="263" y="12622"/>
                </a:cubicBezTo>
                <a:cubicBezTo>
                  <a:pt x="132" y="12622"/>
                  <a:pt x="1" y="12709"/>
                  <a:pt x="1" y="12884"/>
                </a:cubicBezTo>
                <a:lnTo>
                  <a:pt x="1" y="17289"/>
                </a:lnTo>
                <a:cubicBezTo>
                  <a:pt x="1" y="17639"/>
                  <a:pt x="281" y="17919"/>
                  <a:pt x="630" y="17919"/>
                </a:cubicBezTo>
                <a:lnTo>
                  <a:pt x="7675" y="17936"/>
                </a:lnTo>
                <a:cubicBezTo>
                  <a:pt x="7902" y="17936"/>
                  <a:pt x="8112" y="17726"/>
                  <a:pt x="8112" y="17499"/>
                </a:cubicBezTo>
                <a:cubicBezTo>
                  <a:pt x="8095" y="16817"/>
                  <a:pt x="7553" y="16275"/>
                  <a:pt x="6889" y="16275"/>
                </a:cubicBezTo>
                <a:lnTo>
                  <a:pt x="6539" y="16275"/>
                </a:lnTo>
                <a:lnTo>
                  <a:pt x="6539" y="15594"/>
                </a:lnTo>
                <a:cubicBezTo>
                  <a:pt x="6539" y="15419"/>
                  <a:pt x="6408" y="15331"/>
                  <a:pt x="6277" y="15331"/>
                </a:cubicBezTo>
                <a:cubicBezTo>
                  <a:pt x="6146" y="15331"/>
                  <a:pt x="6014" y="15419"/>
                  <a:pt x="6014" y="15594"/>
                </a:cubicBezTo>
                <a:lnTo>
                  <a:pt x="6014" y="16275"/>
                </a:lnTo>
                <a:lnTo>
                  <a:pt x="5403" y="16275"/>
                </a:lnTo>
                <a:lnTo>
                  <a:pt x="5403" y="13041"/>
                </a:lnTo>
                <a:cubicBezTo>
                  <a:pt x="5508" y="13050"/>
                  <a:pt x="5608" y="13054"/>
                  <a:pt x="5709" y="13054"/>
                </a:cubicBezTo>
                <a:cubicBezTo>
                  <a:pt x="5809" y="13054"/>
                  <a:pt x="5910" y="13050"/>
                  <a:pt x="6014" y="13041"/>
                </a:cubicBezTo>
                <a:lnTo>
                  <a:pt x="6014" y="14457"/>
                </a:lnTo>
                <a:cubicBezTo>
                  <a:pt x="6014" y="14623"/>
                  <a:pt x="6146" y="14706"/>
                  <a:pt x="6277" y="14706"/>
                </a:cubicBezTo>
                <a:cubicBezTo>
                  <a:pt x="6408" y="14706"/>
                  <a:pt x="6539" y="14623"/>
                  <a:pt x="6539" y="14457"/>
                </a:cubicBezTo>
                <a:lnTo>
                  <a:pt x="6539" y="12919"/>
                </a:lnTo>
                <a:cubicBezTo>
                  <a:pt x="7763" y="12517"/>
                  <a:pt x="8514" y="11293"/>
                  <a:pt x="8322" y="10035"/>
                </a:cubicBezTo>
                <a:lnTo>
                  <a:pt x="8147" y="8863"/>
                </a:lnTo>
                <a:cubicBezTo>
                  <a:pt x="8116" y="8725"/>
                  <a:pt x="8008" y="8661"/>
                  <a:pt x="7897" y="8661"/>
                </a:cubicBezTo>
                <a:cubicBezTo>
                  <a:pt x="7757" y="8661"/>
                  <a:pt x="7613" y="8765"/>
                  <a:pt x="7623" y="8951"/>
                </a:cubicBezTo>
                <a:lnTo>
                  <a:pt x="7745" y="9667"/>
                </a:lnTo>
                <a:cubicBezTo>
                  <a:pt x="7588" y="9702"/>
                  <a:pt x="7448" y="9772"/>
                  <a:pt x="7326" y="9842"/>
                </a:cubicBezTo>
                <a:cubicBezTo>
                  <a:pt x="7186" y="9947"/>
                  <a:pt x="7028" y="9982"/>
                  <a:pt x="6871" y="9982"/>
                </a:cubicBezTo>
                <a:cubicBezTo>
                  <a:pt x="6714" y="9982"/>
                  <a:pt x="6556" y="9947"/>
                  <a:pt x="6434" y="9842"/>
                </a:cubicBezTo>
                <a:cubicBezTo>
                  <a:pt x="6216" y="9702"/>
                  <a:pt x="5966" y="9632"/>
                  <a:pt x="5717" y="9632"/>
                </a:cubicBezTo>
                <a:cubicBezTo>
                  <a:pt x="5468" y="9632"/>
                  <a:pt x="5219" y="9702"/>
                  <a:pt x="5001" y="9842"/>
                </a:cubicBezTo>
                <a:cubicBezTo>
                  <a:pt x="4878" y="9947"/>
                  <a:pt x="4721" y="9982"/>
                  <a:pt x="4564" y="9982"/>
                </a:cubicBezTo>
                <a:cubicBezTo>
                  <a:pt x="4406" y="9982"/>
                  <a:pt x="4249" y="9947"/>
                  <a:pt x="4109" y="9842"/>
                </a:cubicBezTo>
                <a:cubicBezTo>
                  <a:pt x="3987" y="9772"/>
                  <a:pt x="3847" y="9702"/>
                  <a:pt x="3707" y="9667"/>
                </a:cubicBezTo>
                <a:lnTo>
                  <a:pt x="4092" y="7115"/>
                </a:lnTo>
                <a:lnTo>
                  <a:pt x="7361" y="7115"/>
                </a:lnTo>
                <a:lnTo>
                  <a:pt x="7465" y="7797"/>
                </a:lnTo>
                <a:cubicBezTo>
                  <a:pt x="7489" y="7954"/>
                  <a:pt x="7608" y="8027"/>
                  <a:pt x="7728" y="8027"/>
                </a:cubicBezTo>
                <a:cubicBezTo>
                  <a:pt x="7873" y="8027"/>
                  <a:pt x="8019" y="7919"/>
                  <a:pt x="7990" y="7727"/>
                </a:cubicBezTo>
                <a:lnTo>
                  <a:pt x="7867" y="6958"/>
                </a:lnTo>
                <a:cubicBezTo>
                  <a:pt x="7850" y="6748"/>
                  <a:pt x="7658" y="6591"/>
                  <a:pt x="7430" y="6591"/>
                </a:cubicBezTo>
                <a:lnTo>
                  <a:pt x="5490" y="6591"/>
                </a:lnTo>
                <a:cubicBezTo>
                  <a:pt x="5245" y="5822"/>
                  <a:pt x="4721" y="5192"/>
                  <a:pt x="4039" y="4790"/>
                </a:cubicBezTo>
                <a:cubicBezTo>
                  <a:pt x="4004" y="4773"/>
                  <a:pt x="3987" y="4755"/>
                  <a:pt x="3987" y="4720"/>
                </a:cubicBezTo>
                <a:lnTo>
                  <a:pt x="3987" y="630"/>
                </a:lnTo>
                <a:cubicBezTo>
                  <a:pt x="4004" y="280"/>
                  <a:pt x="3707" y="0"/>
                  <a:pt x="3357" y="0"/>
                </a:cubicBezTo>
                <a:close/>
              </a:path>
            </a:pathLst>
          </a:custGeom>
          <a:solidFill>
            <a:schemeClr val="bg2">
              <a:lumMod val="10000"/>
            </a:schemeClr>
          </a:solidFill>
          <a:ln w="0">
            <a:solidFill>
              <a:srgbClr val="161616"/>
            </a:solid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Tree>
    <p:extLst>
      <p:ext uri="{BB962C8B-B14F-4D97-AF65-F5344CB8AC3E}">
        <p14:creationId xmlns:p14="http://schemas.microsoft.com/office/powerpoint/2010/main" val="2242579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Title 286">
            <a:extLst>
              <a:ext uri="{FF2B5EF4-FFF2-40B4-BE49-F238E27FC236}">
                <a16:creationId xmlns:a16="http://schemas.microsoft.com/office/drawing/2014/main" id="{81CB67B5-F94E-1887-C4C3-7DF15A543F80}"/>
              </a:ext>
            </a:extLst>
          </p:cNvPr>
          <p:cNvSpPr txBox="1">
            <a:spLocks noGrp="1"/>
          </p:cNvSpPr>
          <p:nvPr>
            <p:ph type="title"/>
          </p:nvPr>
        </p:nvSpPr>
        <p:spPr>
          <a:xfrm>
            <a:off x="2542117" y="306917"/>
            <a:ext cx="6917267" cy="990600"/>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Clr>
                <a:srgbClr val="FFFFFF"/>
              </a:buClr>
              <a:buFont typeface="Besley" charset="0"/>
              <a:buNone/>
              <a:defRPr/>
            </a:pPr>
            <a:r>
              <a:rPr lang="en-US" altLang="ar-SA" sz="5333" dirty="0">
                <a:solidFill>
                  <a:schemeClr val="bg2">
                    <a:lumMod val="10000"/>
                  </a:schemeClr>
                </a:solidFill>
                <a:latin typeface="Besley" charset="0"/>
                <a:cs typeface="Besley" charset="0"/>
                <a:sym typeface="Besley" charset="0"/>
              </a:rPr>
              <a:t>Current Approach</a:t>
            </a:r>
          </a:p>
        </p:txBody>
      </p:sp>
      <p:sp>
        <p:nvSpPr>
          <p:cNvPr id="32771" name="TextBox 2">
            <a:extLst>
              <a:ext uri="{FF2B5EF4-FFF2-40B4-BE49-F238E27FC236}">
                <a16:creationId xmlns:a16="http://schemas.microsoft.com/office/drawing/2014/main" id="{F9F6099B-A22C-F62E-60DD-8A141BE97067}"/>
              </a:ext>
            </a:extLst>
          </p:cNvPr>
          <p:cNvSpPr txBox="1">
            <a:spLocks noChangeArrowheads="1"/>
          </p:cNvSpPr>
          <p:nvPr/>
        </p:nvSpPr>
        <p:spPr bwMode="auto">
          <a:xfrm>
            <a:off x="537634" y="1566334"/>
            <a:ext cx="11188700" cy="2417970"/>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defRPr/>
            </a:pPr>
            <a:r>
              <a:rPr lang="en-US" altLang="ar-SA" sz="2667" dirty="0">
                <a:solidFill>
                  <a:schemeClr val="bg2">
                    <a:lumMod val="10000"/>
                  </a:schemeClr>
                </a:solidFill>
                <a:latin typeface="Aptos Display" panose="020B0004020202020204" pitchFamily="34" charset="0"/>
              </a:rPr>
              <a:t>To detect whether a person is addicted, a blood test needs to be conducted. </a:t>
            </a:r>
            <a:br>
              <a:rPr lang="en-US" altLang="ar-SA" sz="2667" dirty="0">
                <a:solidFill>
                  <a:schemeClr val="bg2">
                    <a:lumMod val="10000"/>
                  </a:schemeClr>
                </a:solidFill>
                <a:latin typeface="Aptos Display" panose="020B0004020202020204" pitchFamily="34" charset="0"/>
              </a:rPr>
            </a:br>
            <a:r>
              <a:rPr lang="en-US" altLang="ar-SA" sz="2667" dirty="0">
                <a:solidFill>
                  <a:schemeClr val="bg2">
                    <a:lumMod val="10000"/>
                  </a:schemeClr>
                </a:solidFill>
                <a:latin typeface="Aptos Display" panose="020B0004020202020204" pitchFamily="34" charset="0"/>
              </a:rPr>
              <a:t>However, detecting drug addiction through a blood test is</a:t>
            </a:r>
          </a:p>
          <a:p>
            <a:pPr eaLnBrk="1" hangingPunct="1">
              <a:defRPr/>
            </a:pPr>
            <a:endParaRPr lang="en-US" altLang="ar-SA" sz="2489" dirty="0">
              <a:solidFill>
                <a:schemeClr val="bg2">
                  <a:lumMod val="10000"/>
                </a:schemeClr>
              </a:solidFill>
              <a:latin typeface="Aptos Display" panose="020B0004020202020204" pitchFamily="34" charset="0"/>
            </a:endParaRPr>
          </a:p>
          <a:p>
            <a:pPr eaLnBrk="1" hangingPunct="1">
              <a:defRPr/>
            </a:pPr>
            <a:r>
              <a:rPr lang="en-US" altLang="ar-SA" sz="2489" dirty="0">
                <a:solidFill>
                  <a:schemeClr val="bg2">
                    <a:lumMod val="10000"/>
                  </a:schemeClr>
                </a:solidFill>
                <a:latin typeface="Aptos Display" panose="020B0004020202020204" pitchFamily="34" charset="0"/>
              </a:rPr>
              <a:t> </a:t>
            </a:r>
          </a:p>
          <a:p>
            <a:pPr algn="ctr" eaLnBrk="1" hangingPunct="1">
              <a:defRPr/>
            </a:pPr>
            <a:r>
              <a:rPr lang="en-US" altLang="ar-SA" sz="2800" b="1" u="sng" dirty="0">
                <a:solidFill>
                  <a:srgbClr val="002060"/>
                </a:solidFill>
                <a:latin typeface="Aptos Display" panose="020B0004020202020204" pitchFamily="34" charset="0"/>
              </a:rPr>
              <a:t>Costly - takes time &amp; resources - a long journey </a:t>
            </a:r>
          </a:p>
          <a:p>
            <a:pPr algn="ctr" eaLnBrk="1" hangingPunct="1">
              <a:defRPr/>
            </a:pPr>
            <a:endParaRPr lang="en-US" altLang="ar-SA" sz="2133" b="1" dirty="0">
              <a:solidFill>
                <a:schemeClr val="bg2">
                  <a:lumMod val="10000"/>
                </a:schemeClr>
              </a:solidFill>
              <a:latin typeface="Aptos Display" panose="020B0004020202020204" pitchFamily="34" charset="0"/>
            </a:endParaRPr>
          </a:p>
        </p:txBody>
      </p:sp>
      <p:grpSp>
        <p:nvGrpSpPr>
          <p:cNvPr id="25604" name="Group 280">
            <a:extLst>
              <a:ext uri="{FF2B5EF4-FFF2-40B4-BE49-F238E27FC236}">
                <a16:creationId xmlns:a16="http://schemas.microsoft.com/office/drawing/2014/main" id="{B27F8D61-C2A5-6DB0-4505-522672DA2F23}"/>
              </a:ext>
            </a:extLst>
          </p:cNvPr>
          <p:cNvGrpSpPr>
            <a:grpSpLocks/>
          </p:cNvGrpSpPr>
          <p:nvPr/>
        </p:nvGrpSpPr>
        <p:grpSpPr bwMode="auto">
          <a:xfrm>
            <a:off x="1900767" y="3782485"/>
            <a:ext cx="1206500" cy="1147233"/>
            <a:chOff x="791487" y="3103798"/>
            <a:chExt cx="904579" cy="861646"/>
          </a:xfrm>
        </p:grpSpPr>
        <p:sp>
          <p:nvSpPr>
            <p:cNvPr id="25624" name="Google Shape;590;p49">
              <a:extLst>
                <a:ext uri="{FF2B5EF4-FFF2-40B4-BE49-F238E27FC236}">
                  <a16:creationId xmlns:a16="http://schemas.microsoft.com/office/drawing/2014/main" id="{E212023F-97A4-9980-325B-BE8F84C8B25E}"/>
                </a:ext>
              </a:extLst>
            </p:cNvPr>
            <p:cNvSpPr>
              <a:spLocks/>
            </p:cNvSpPr>
            <p:nvPr/>
          </p:nvSpPr>
          <p:spPr bwMode="auto">
            <a:xfrm>
              <a:off x="791487" y="3103798"/>
              <a:ext cx="904579" cy="861646"/>
            </a:xfrm>
            <a:custGeom>
              <a:avLst/>
              <a:gdLst>
                <a:gd name="T0" fmla="*/ 13017365 w 32628"/>
                <a:gd name="T1" fmla="*/ 946779 h 31396"/>
                <a:gd name="T2" fmla="*/ 24121635 w 32628"/>
                <a:gd name="T3" fmla="*/ 11828229 h 31396"/>
                <a:gd name="T4" fmla="*/ 17267844 w 32628"/>
                <a:gd name="T5" fmla="*/ 21863842 h 31396"/>
                <a:gd name="T6" fmla="*/ 13021191 w 32628"/>
                <a:gd name="T7" fmla="*/ 22696863 h 31396"/>
                <a:gd name="T8" fmla="*/ 5167451 w 32628"/>
                <a:gd name="T9" fmla="*/ 19507818 h 31396"/>
                <a:gd name="T10" fmla="*/ 2763197 w 32628"/>
                <a:gd name="T11" fmla="*/ 7663040 h 31396"/>
                <a:gd name="T12" fmla="*/ 13017365 w 32628"/>
                <a:gd name="T13" fmla="*/ 946779 h 31396"/>
                <a:gd name="T14" fmla="*/ 13025045 w 32628"/>
                <a:gd name="T15" fmla="*/ 0 h 31396"/>
                <a:gd name="T16" fmla="*/ 4476457 w 32628"/>
                <a:gd name="T17" fmla="*/ 3458687 h 31396"/>
                <a:gd name="T18" fmla="*/ 1873117 w 32628"/>
                <a:gd name="T19" fmla="*/ 16345147 h 31396"/>
                <a:gd name="T20" fmla="*/ 13017365 w 32628"/>
                <a:gd name="T21" fmla="*/ 23647402 h 31396"/>
                <a:gd name="T22" fmla="*/ 25078557 w 32628"/>
                <a:gd name="T23" fmla="*/ 11828229 h 31396"/>
                <a:gd name="T24" fmla="*/ 17626787 w 32628"/>
                <a:gd name="T25" fmla="*/ 894799 h 31396"/>
                <a:gd name="T26" fmla="*/ 13025045 w 32628"/>
                <a:gd name="T27" fmla="*/ 0 h 313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628" h="31396" extrusionOk="0">
                  <a:moveTo>
                    <a:pt x="16936" y="1257"/>
                  </a:moveTo>
                  <a:cubicBezTo>
                    <a:pt x="24903" y="1274"/>
                    <a:pt x="31366" y="7720"/>
                    <a:pt x="31383" y="15704"/>
                  </a:cubicBezTo>
                  <a:cubicBezTo>
                    <a:pt x="31366" y="21545"/>
                    <a:pt x="27858" y="26799"/>
                    <a:pt x="22466" y="29028"/>
                  </a:cubicBezTo>
                  <a:cubicBezTo>
                    <a:pt x="20680" y="29772"/>
                    <a:pt x="18803" y="30134"/>
                    <a:pt x="16941" y="30134"/>
                  </a:cubicBezTo>
                  <a:cubicBezTo>
                    <a:pt x="13182" y="30134"/>
                    <a:pt x="9485" y="28662"/>
                    <a:pt x="6723" y="25900"/>
                  </a:cubicBezTo>
                  <a:cubicBezTo>
                    <a:pt x="2592" y="21770"/>
                    <a:pt x="1365" y="15566"/>
                    <a:pt x="3595" y="10174"/>
                  </a:cubicBezTo>
                  <a:cubicBezTo>
                    <a:pt x="5824" y="4782"/>
                    <a:pt x="11095" y="1257"/>
                    <a:pt x="16936" y="1257"/>
                  </a:cubicBezTo>
                  <a:close/>
                  <a:moveTo>
                    <a:pt x="16946" y="0"/>
                  </a:moveTo>
                  <a:cubicBezTo>
                    <a:pt x="12857" y="0"/>
                    <a:pt x="8833" y="1595"/>
                    <a:pt x="5824" y="4592"/>
                  </a:cubicBezTo>
                  <a:cubicBezTo>
                    <a:pt x="1348" y="9085"/>
                    <a:pt x="0" y="15842"/>
                    <a:pt x="2437" y="21701"/>
                  </a:cubicBezTo>
                  <a:cubicBezTo>
                    <a:pt x="4856" y="27559"/>
                    <a:pt x="10577" y="31396"/>
                    <a:pt x="16936" y="31396"/>
                  </a:cubicBezTo>
                  <a:cubicBezTo>
                    <a:pt x="25594" y="31378"/>
                    <a:pt x="32610" y="24362"/>
                    <a:pt x="32628" y="15704"/>
                  </a:cubicBezTo>
                  <a:cubicBezTo>
                    <a:pt x="32628" y="9344"/>
                    <a:pt x="28791" y="3624"/>
                    <a:pt x="22933" y="1188"/>
                  </a:cubicBezTo>
                  <a:cubicBezTo>
                    <a:pt x="20997" y="388"/>
                    <a:pt x="18964" y="0"/>
                    <a:pt x="1694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dirty="0"/>
            </a:p>
          </p:txBody>
        </p:sp>
        <p:sp>
          <p:nvSpPr>
            <p:cNvPr id="32806" name="Google Shape;5246;p62">
              <a:extLst>
                <a:ext uri="{FF2B5EF4-FFF2-40B4-BE49-F238E27FC236}">
                  <a16:creationId xmlns:a16="http://schemas.microsoft.com/office/drawing/2014/main" id="{B0D97AED-9A86-C033-AD56-91A62AC04EE6}"/>
                </a:ext>
              </a:extLst>
            </p:cNvPr>
            <p:cNvSpPr>
              <a:spLocks/>
            </p:cNvSpPr>
            <p:nvPr/>
          </p:nvSpPr>
          <p:spPr bwMode="auto">
            <a:xfrm>
              <a:off x="1005730" y="3253235"/>
              <a:ext cx="512594" cy="529387"/>
            </a:xfrm>
            <a:custGeom>
              <a:avLst/>
              <a:gdLst>
                <a:gd name="T0" fmla="*/ 9546 w 11846"/>
                <a:gd name="T1" fmla="*/ 2733 h 11776"/>
                <a:gd name="T2" fmla="*/ 8538 w 11846"/>
                <a:gd name="T3" fmla="*/ 2828 h 11776"/>
                <a:gd name="T4" fmla="*/ 6333 w 11846"/>
                <a:gd name="T5" fmla="*/ 3489 h 11776"/>
                <a:gd name="T6" fmla="*/ 7782 w 11846"/>
                <a:gd name="T7" fmla="*/ 5978 h 11776"/>
                <a:gd name="T8" fmla="*/ 6789 w 11846"/>
                <a:gd name="T9" fmla="*/ 5128 h 11776"/>
                <a:gd name="T10" fmla="*/ 6553 w 11846"/>
                <a:gd name="T11" fmla="*/ 5695 h 11776"/>
                <a:gd name="T12" fmla="*/ 6837 w 11846"/>
                <a:gd name="T13" fmla="*/ 6924 h 11776"/>
                <a:gd name="T14" fmla="*/ 6333 w 11846"/>
                <a:gd name="T15" fmla="*/ 3489 h 11776"/>
                <a:gd name="T16" fmla="*/ 3119 w 11846"/>
                <a:gd name="T17" fmla="*/ 9160 h 11776"/>
                <a:gd name="T18" fmla="*/ 2662 w 11846"/>
                <a:gd name="T19" fmla="*/ 9483 h 11776"/>
                <a:gd name="T20" fmla="*/ 2426 w 11846"/>
                <a:gd name="T21" fmla="*/ 8940 h 11776"/>
                <a:gd name="T22" fmla="*/ 9294 w 11846"/>
                <a:gd name="T23" fmla="*/ 0 h 11776"/>
                <a:gd name="T24" fmla="*/ 8538 w 11846"/>
                <a:gd name="T25" fmla="*/ 1820 h 11776"/>
                <a:gd name="T26" fmla="*/ 7089 w 11846"/>
                <a:gd name="T27" fmla="*/ 1316 h 11776"/>
                <a:gd name="T28" fmla="*/ 5608 w 11846"/>
                <a:gd name="T29" fmla="*/ 1316 h 11776"/>
                <a:gd name="T30" fmla="*/ 5860 w 11846"/>
                <a:gd name="T31" fmla="*/ 3017 h 11776"/>
                <a:gd name="T32" fmla="*/ 2268 w 11846"/>
                <a:gd name="T33" fmla="*/ 8058 h 11776"/>
                <a:gd name="T34" fmla="*/ 1733 w 11846"/>
                <a:gd name="T35" fmla="*/ 9601 h 11776"/>
                <a:gd name="T36" fmla="*/ 95 w 11846"/>
                <a:gd name="T37" fmla="*/ 11681 h 11776"/>
                <a:gd name="T38" fmla="*/ 567 w 11846"/>
                <a:gd name="T39" fmla="*/ 11681 h 11776"/>
                <a:gd name="T40" fmla="*/ 2609 w 11846"/>
                <a:gd name="T41" fmla="*/ 10164 h 11776"/>
                <a:gd name="T42" fmla="*/ 3718 w 11846"/>
                <a:gd name="T43" fmla="*/ 9507 h 11776"/>
                <a:gd name="T44" fmla="*/ 5576 w 11846"/>
                <a:gd name="T45" fmla="*/ 9129 h 11776"/>
                <a:gd name="T46" fmla="*/ 4820 w 11846"/>
                <a:gd name="T47" fmla="*/ 7900 h 11776"/>
                <a:gd name="T48" fmla="*/ 5057 w 11846"/>
                <a:gd name="T49" fmla="*/ 7333 h 11776"/>
                <a:gd name="T50" fmla="*/ 6270 w 11846"/>
                <a:gd name="T51" fmla="*/ 8404 h 11776"/>
                <a:gd name="T52" fmla="*/ 8948 w 11846"/>
                <a:gd name="T53" fmla="*/ 6199 h 11776"/>
                <a:gd name="T54" fmla="*/ 10428 w 11846"/>
                <a:gd name="T55" fmla="*/ 6199 h 11776"/>
                <a:gd name="T56" fmla="*/ 9420 w 11846"/>
                <a:gd name="T57" fmla="*/ 3773 h 11776"/>
                <a:gd name="T58" fmla="*/ 10712 w 11846"/>
                <a:gd name="T59" fmla="*/ 3513 h 11776"/>
                <a:gd name="T60" fmla="*/ 11436 w 11846"/>
                <a:gd name="T61" fmla="*/ 1757 h 11776"/>
                <a:gd name="T62" fmla="*/ 9294 w 11846"/>
                <a:gd name="T63" fmla="*/ 0 h 1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bg2">
                <a:lumMod val="10000"/>
              </a:schemeClr>
            </a:solidFill>
            <a:ln>
              <a:noFill/>
            </a:ln>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lang="ar-SA" sz="2489" dirty="0"/>
            </a:p>
          </p:txBody>
        </p:sp>
      </p:grpSp>
      <p:grpSp>
        <p:nvGrpSpPr>
          <p:cNvPr id="25605" name="Group 279">
            <a:extLst>
              <a:ext uri="{FF2B5EF4-FFF2-40B4-BE49-F238E27FC236}">
                <a16:creationId xmlns:a16="http://schemas.microsoft.com/office/drawing/2014/main" id="{11E1E7D8-C94E-B091-7947-6ABCCCD5E2DF}"/>
              </a:ext>
            </a:extLst>
          </p:cNvPr>
          <p:cNvGrpSpPr>
            <a:grpSpLocks/>
          </p:cNvGrpSpPr>
          <p:nvPr/>
        </p:nvGrpSpPr>
        <p:grpSpPr bwMode="auto">
          <a:xfrm>
            <a:off x="4925485" y="3816351"/>
            <a:ext cx="1206500" cy="1149349"/>
            <a:chOff x="1865013" y="3134420"/>
            <a:chExt cx="904579" cy="861646"/>
          </a:xfrm>
        </p:grpSpPr>
        <p:grpSp>
          <p:nvGrpSpPr>
            <p:cNvPr id="25618" name="Google Shape;5228;p62">
              <a:extLst>
                <a:ext uri="{FF2B5EF4-FFF2-40B4-BE49-F238E27FC236}">
                  <a16:creationId xmlns:a16="http://schemas.microsoft.com/office/drawing/2014/main" id="{B4A3466A-C537-92E3-36AA-9C58781AB9D1}"/>
                </a:ext>
              </a:extLst>
            </p:cNvPr>
            <p:cNvGrpSpPr>
              <a:grpSpLocks/>
            </p:cNvGrpSpPr>
            <p:nvPr/>
          </p:nvGrpSpPr>
          <p:grpSpPr bwMode="auto">
            <a:xfrm>
              <a:off x="2024361" y="3253435"/>
              <a:ext cx="581614" cy="579134"/>
              <a:chOff x="-24730599" y="3888863"/>
              <a:chExt cx="264899" cy="300556"/>
            </a:xfrm>
          </p:grpSpPr>
          <p:sp>
            <p:nvSpPr>
              <p:cNvPr id="270" name="Google Shape;5229;p62">
                <a:extLst>
                  <a:ext uri="{FF2B5EF4-FFF2-40B4-BE49-F238E27FC236}">
                    <a16:creationId xmlns:a16="http://schemas.microsoft.com/office/drawing/2014/main" id="{AC35B5B2-7D94-4AFF-0DF4-99B8A1BE147D}"/>
                  </a:ext>
                </a:extLst>
              </p:cNvPr>
              <p:cNvSpPr/>
              <p:nvPr/>
            </p:nvSpPr>
            <p:spPr>
              <a:xfrm>
                <a:off x="-24587781" y="3888861"/>
                <a:ext cx="105529" cy="228116"/>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32803" name="Google Shape;5230;p62">
                <a:extLst>
                  <a:ext uri="{FF2B5EF4-FFF2-40B4-BE49-F238E27FC236}">
                    <a16:creationId xmlns:a16="http://schemas.microsoft.com/office/drawing/2014/main" id="{6A108D04-1889-9F35-A0E3-518B1C85AF2A}"/>
                  </a:ext>
                </a:extLst>
              </p:cNvPr>
              <p:cNvSpPr>
                <a:spLocks/>
              </p:cNvSpPr>
              <p:nvPr/>
            </p:nvSpPr>
            <p:spPr bwMode="auto">
              <a:xfrm>
                <a:off x="-24536462" y="4132624"/>
                <a:ext cx="70834" cy="17294"/>
              </a:xfrm>
              <a:custGeom>
                <a:avLst/>
                <a:gdLst>
                  <a:gd name="T0" fmla="*/ 0 w 2836"/>
                  <a:gd name="T1" fmla="*/ 1 h 694"/>
                  <a:gd name="T2" fmla="*/ 347 w 2836"/>
                  <a:gd name="T3" fmla="*/ 694 h 694"/>
                  <a:gd name="T4" fmla="*/ 2489 w 2836"/>
                  <a:gd name="T5" fmla="*/ 694 h 694"/>
                  <a:gd name="T6" fmla="*/ 2836 w 2836"/>
                  <a:gd name="T7" fmla="*/ 347 h 694"/>
                  <a:gd name="T8" fmla="*/ 2489 w 2836"/>
                  <a:gd name="T9" fmla="*/ 1 h 694"/>
                  <a:gd name="T10" fmla="*/ 0 w 2836"/>
                  <a:gd name="T11" fmla="*/ 1 h 694"/>
                </a:gdLst>
                <a:ahLst/>
                <a:cxnLst>
                  <a:cxn ang="0">
                    <a:pos x="T0" y="T1"/>
                  </a:cxn>
                  <a:cxn ang="0">
                    <a:pos x="T2" y="T3"/>
                  </a:cxn>
                  <a:cxn ang="0">
                    <a:pos x="T4" y="T5"/>
                  </a:cxn>
                  <a:cxn ang="0">
                    <a:pos x="T6" y="T7"/>
                  </a:cxn>
                  <a:cxn ang="0">
                    <a:pos x="T8" y="T9"/>
                  </a:cxn>
                  <a:cxn ang="0">
                    <a:pos x="T10" y="T11"/>
                  </a:cxn>
                </a:cxnLst>
                <a:rect l="0" t="0" r="r" b="b"/>
                <a:pathLst>
                  <a:path w="2836" h="694" extrusionOk="0">
                    <a:moveTo>
                      <a:pt x="0" y="1"/>
                    </a:moveTo>
                    <a:lnTo>
                      <a:pt x="347" y="694"/>
                    </a:lnTo>
                    <a:lnTo>
                      <a:pt x="2489" y="694"/>
                    </a:lnTo>
                    <a:cubicBezTo>
                      <a:pt x="2678" y="694"/>
                      <a:pt x="2836" y="536"/>
                      <a:pt x="2836" y="347"/>
                    </a:cubicBezTo>
                    <a:cubicBezTo>
                      <a:pt x="2836" y="158"/>
                      <a:pt x="2678" y="1"/>
                      <a:pt x="2489" y="1"/>
                    </a:cubicBezTo>
                    <a:lnTo>
                      <a:pt x="0" y="1"/>
                    </a:lnTo>
                    <a:close/>
                  </a:path>
                </a:pathLst>
              </a:custGeom>
              <a:solidFill>
                <a:schemeClr val="bg2">
                  <a:lumMod val="10000"/>
                </a:schemeClr>
              </a:solidFill>
              <a:ln>
                <a:noFill/>
              </a:ln>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lang="ar-SA" sz="2489" dirty="0"/>
              </a:p>
            </p:txBody>
          </p:sp>
          <p:sp>
            <p:nvSpPr>
              <p:cNvPr id="272" name="Google Shape;5231;p62">
                <a:extLst>
                  <a:ext uri="{FF2B5EF4-FFF2-40B4-BE49-F238E27FC236}">
                    <a16:creationId xmlns:a16="http://schemas.microsoft.com/office/drawing/2014/main" id="{511872CE-53FB-FFD6-2AAA-2514DCAD70FA}"/>
                  </a:ext>
                </a:extLst>
              </p:cNvPr>
              <p:cNvSpPr/>
              <p:nvPr/>
            </p:nvSpPr>
            <p:spPr>
              <a:xfrm>
                <a:off x="-24709211" y="3963802"/>
                <a:ext cx="208889" cy="221527"/>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dirty="0">
                  <a:latin typeface="Arial"/>
                  <a:ea typeface="Arial"/>
                  <a:cs typeface="Arial"/>
                  <a:sym typeface="Arial"/>
                </a:endParaRPr>
              </a:p>
            </p:txBody>
          </p:sp>
          <p:sp>
            <p:nvSpPr>
              <p:cNvPr id="2" name="Google Shape;5231;p62">
                <a:extLst>
                  <a:ext uri="{FF2B5EF4-FFF2-40B4-BE49-F238E27FC236}">
                    <a16:creationId xmlns:a16="http://schemas.microsoft.com/office/drawing/2014/main" id="{F3DC4F91-4318-5642-A8F1-191F0E5CB792}"/>
                  </a:ext>
                </a:extLst>
              </p:cNvPr>
              <p:cNvSpPr/>
              <p:nvPr/>
            </p:nvSpPr>
            <p:spPr>
              <a:xfrm>
                <a:off x="-24730895" y="3967919"/>
                <a:ext cx="208889" cy="221528"/>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grpSp>
        <p:sp>
          <p:nvSpPr>
            <p:cNvPr id="25619" name="Google Shape;590;p49">
              <a:extLst>
                <a:ext uri="{FF2B5EF4-FFF2-40B4-BE49-F238E27FC236}">
                  <a16:creationId xmlns:a16="http://schemas.microsoft.com/office/drawing/2014/main" id="{958A13D9-44E9-B3C8-2E10-6CB600328A5D}"/>
                </a:ext>
              </a:extLst>
            </p:cNvPr>
            <p:cNvSpPr>
              <a:spLocks/>
            </p:cNvSpPr>
            <p:nvPr/>
          </p:nvSpPr>
          <p:spPr bwMode="auto">
            <a:xfrm>
              <a:off x="1865013" y="3134420"/>
              <a:ext cx="904579" cy="861646"/>
            </a:xfrm>
            <a:custGeom>
              <a:avLst/>
              <a:gdLst>
                <a:gd name="T0" fmla="*/ 13017365 w 32628"/>
                <a:gd name="T1" fmla="*/ 946779 h 31396"/>
                <a:gd name="T2" fmla="*/ 24121635 w 32628"/>
                <a:gd name="T3" fmla="*/ 11828229 h 31396"/>
                <a:gd name="T4" fmla="*/ 17267844 w 32628"/>
                <a:gd name="T5" fmla="*/ 21863842 h 31396"/>
                <a:gd name="T6" fmla="*/ 13021191 w 32628"/>
                <a:gd name="T7" fmla="*/ 22696863 h 31396"/>
                <a:gd name="T8" fmla="*/ 5167451 w 32628"/>
                <a:gd name="T9" fmla="*/ 19507818 h 31396"/>
                <a:gd name="T10" fmla="*/ 2763197 w 32628"/>
                <a:gd name="T11" fmla="*/ 7663040 h 31396"/>
                <a:gd name="T12" fmla="*/ 13017365 w 32628"/>
                <a:gd name="T13" fmla="*/ 946779 h 31396"/>
                <a:gd name="T14" fmla="*/ 13025045 w 32628"/>
                <a:gd name="T15" fmla="*/ 0 h 31396"/>
                <a:gd name="T16" fmla="*/ 4476457 w 32628"/>
                <a:gd name="T17" fmla="*/ 3458687 h 31396"/>
                <a:gd name="T18" fmla="*/ 1873117 w 32628"/>
                <a:gd name="T19" fmla="*/ 16345147 h 31396"/>
                <a:gd name="T20" fmla="*/ 13017365 w 32628"/>
                <a:gd name="T21" fmla="*/ 23647402 h 31396"/>
                <a:gd name="T22" fmla="*/ 25078557 w 32628"/>
                <a:gd name="T23" fmla="*/ 11828229 h 31396"/>
                <a:gd name="T24" fmla="*/ 17626787 w 32628"/>
                <a:gd name="T25" fmla="*/ 894799 h 31396"/>
                <a:gd name="T26" fmla="*/ 13025045 w 32628"/>
                <a:gd name="T27" fmla="*/ 0 h 313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628" h="31396" extrusionOk="0">
                  <a:moveTo>
                    <a:pt x="16936" y="1257"/>
                  </a:moveTo>
                  <a:cubicBezTo>
                    <a:pt x="24903" y="1274"/>
                    <a:pt x="31366" y="7720"/>
                    <a:pt x="31383" y="15704"/>
                  </a:cubicBezTo>
                  <a:cubicBezTo>
                    <a:pt x="31366" y="21545"/>
                    <a:pt x="27858" y="26799"/>
                    <a:pt x="22466" y="29028"/>
                  </a:cubicBezTo>
                  <a:cubicBezTo>
                    <a:pt x="20680" y="29772"/>
                    <a:pt x="18803" y="30134"/>
                    <a:pt x="16941" y="30134"/>
                  </a:cubicBezTo>
                  <a:cubicBezTo>
                    <a:pt x="13182" y="30134"/>
                    <a:pt x="9485" y="28662"/>
                    <a:pt x="6723" y="25900"/>
                  </a:cubicBezTo>
                  <a:cubicBezTo>
                    <a:pt x="2592" y="21770"/>
                    <a:pt x="1365" y="15566"/>
                    <a:pt x="3595" y="10174"/>
                  </a:cubicBezTo>
                  <a:cubicBezTo>
                    <a:pt x="5824" y="4782"/>
                    <a:pt x="11095" y="1257"/>
                    <a:pt x="16936" y="1257"/>
                  </a:cubicBezTo>
                  <a:close/>
                  <a:moveTo>
                    <a:pt x="16946" y="0"/>
                  </a:moveTo>
                  <a:cubicBezTo>
                    <a:pt x="12857" y="0"/>
                    <a:pt x="8833" y="1595"/>
                    <a:pt x="5824" y="4592"/>
                  </a:cubicBezTo>
                  <a:cubicBezTo>
                    <a:pt x="1348" y="9085"/>
                    <a:pt x="0" y="15842"/>
                    <a:pt x="2437" y="21701"/>
                  </a:cubicBezTo>
                  <a:cubicBezTo>
                    <a:pt x="4856" y="27559"/>
                    <a:pt x="10577" y="31396"/>
                    <a:pt x="16936" y="31396"/>
                  </a:cubicBezTo>
                  <a:cubicBezTo>
                    <a:pt x="25594" y="31378"/>
                    <a:pt x="32610" y="24362"/>
                    <a:pt x="32628" y="15704"/>
                  </a:cubicBezTo>
                  <a:cubicBezTo>
                    <a:pt x="32628" y="9344"/>
                    <a:pt x="28791" y="3624"/>
                    <a:pt x="22933" y="1188"/>
                  </a:cubicBezTo>
                  <a:cubicBezTo>
                    <a:pt x="20997" y="388"/>
                    <a:pt x="18964" y="0"/>
                    <a:pt x="1694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a:p>
          </p:txBody>
        </p:sp>
      </p:grpSp>
      <p:grpSp>
        <p:nvGrpSpPr>
          <p:cNvPr id="25606" name="Group 278">
            <a:extLst>
              <a:ext uri="{FF2B5EF4-FFF2-40B4-BE49-F238E27FC236}">
                <a16:creationId xmlns:a16="http://schemas.microsoft.com/office/drawing/2014/main" id="{A9657FFE-69F0-CBB0-DB73-BE86F7A046FB}"/>
              </a:ext>
            </a:extLst>
          </p:cNvPr>
          <p:cNvGrpSpPr>
            <a:grpSpLocks/>
          </p:cNvGrpSpPr>
          <p:nvPr/>
        </p:nvGrpSpPr>
        <p:grpSpPr bwMode="auto">
          <a:xfrm>
            <a:off x="8250767" y="3839634"/>
            <a:ext cx="1206500" cy="1149351"/>
            <a:chOff x="3015656" y="3151597"/>
            <a:chExt cx="904579" cy="861646"/>
          </a:xfrm>
        </p:grpSpPr>
        <p:grpSp>
          <p:nvGrpSpPr>
            <p:cNvPr id="25614" name="Google Shape;5330;p62">
              <a:extLst>
                <a:ext uri="{FF2B5EF4-FFF2-40B4-BE49-F238E27FC236}">
                  <a16:creationId xmlns:a16="http://schemas.microsoft.com/office/drawing/2014/main" id="{147E7F71-8BEE-9AC1-F8C1-9297D6CE25C2}"/>
                </a:ext>
              </a:extLst>
            </p:cNvPr>
            <p:cNvGrpSpPr>
              <a:grpSpLocks/>
            </p:cNvGrpSpPr>
            <p:nvPr/>
          </p:nvGrpSpPr>
          <p:grpSpPr bwMode="auto">
            <a:xfrm>
              <a:off x="3216755" y="3297858"/>
              <a:ext cx="541610" cy="534770"/>
              <a:chOff x="-25465200" y="3565175"/>
              <a:chExt cx="298525" cy="277250"/>
            </a:xfrm>
          </p:grpSpPr>
          <p:sp>
            <p:nvSpPr>
              <p:cNvPr id="25616" name="Google Shape;5331;p62">
                <a:extLst>
                  <a:ext uri="{FF2B5EF4-FFF2-40B4-BE49-F238E27FC236}">
                    <a16:creationId xmlns:a16="http://schemas.microsoft.com/office/drawing/2014/main" id="{CAE735BD-9E6C-AAF4-0D09-08751E7BF917}"/>
                  </a:ext>
                </a:extLst>
              </p:cNvPr>
              <p:cNvSpPr>
                <a:spLocks/>
              </p:cNvSpPr>
              <p:nvPr/>
            </p:nvSpPr>
            <p:spPr bwMode="auto">
              <a:xfrm>
                <a:off x="-25413225" y="3565175"/>
                <a:ext cx="172500" cy="103975"/>
              </a:xfrm>
              <a:custGeom>
                <a:avLst/>
                <a:gdLst>
                  <a:gd name="T0" fmla="*/ 3052500 w 6900"/>
                  <a:gd name="T1" fmla="*/ 728750 h 4159"/>
                  <a:gd name="T2" fmla="*/ 3623125 w 6900"/>
                  <a:gd name="T3" fmla="*/ 1299375 h 4159"/>
                  <a:gd name="T4" fmla="*/ 3052500 w 6900"/>
                  <a:gd name="T5" fmla="*/ 1299375 h 4159"/>
                  <a:gd name="T6" fmla="*/ 3052500 w 6900"/>
                  <a:gd name="T7" fmla="*/ 728750 h 4159"/>
                  <a:gd name="T8" fmla="*/ 236875 w 6900"/>
                  <a:gd name="T9" fmla="*/ 0 h 4159"/>
                  <a:gd name="T10" fmla="*/ 0 w 6900"/>
                  <a:gd name="T11" fmla="*/ 216875 h 4159"/>
                  <a:gd name="T12" fmla="*/ 0 w 6900"/>
                  <a:gd name="T13" fmla="*/ 1969375 h 4159"/>
                  <a:gd name="T14" fmla="*/ 650000 w 6900"/>
                  <a:gd name="T15" fmla="*/ 1752500 h 4159"/>
                  <a:gd name="T16" fmla="*/ 2540625 w 6900"/>
                  <a:gd name="T17" fmla="*/ 1752500 h 4159"/>
                  <a:gd name="T18" fmla="*/ 3505000 w 6900"/>
                  <a:gd name="T19" fmla="*/ 2323750 h 4159"/>
                  <a:gd name="T20" fmla="*/ 3623125 w 6900"/>
                  <a:gd name="T21" fmla="*/ 2599375 h 4159"/>
                  <a:gd name="T22" fmla="*/ 4312500 w 6900"/>
                  <a:gd name="T23" fmla="*/ 2599375 h 4159"/>
                  <a:gd name="T24" fmla="*/ 4312500 w 6900"/>
                  <a:gd name="T25" fmla="*/ 1516250 h 4159"/>
                  <a:gd name="T26" fmla="*/ 4233750 w 6900"/>
                  <a:gd name="T27" fmla="*/ 1378125 h 4159"/>
                  <a:gd name="T28" fmla="*/ 2934375 w 6900"/>
                  <a:gd name="T29" fmla="*/ 78750 h 4159"/>
                  <a:gd name="T30" fmla="*/ 2835625 w 6900"/>
                  <a:gd name="T31" fmla="*/ 0 h 4159"/>
                  <a:gd name="T32" fmla="*/ 236875 w 6900"/>
                  <a:gd name="T33" fmla="*/ 0 h 41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900" h="4159" extrusionOk="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lnTo>
                      <a:pt x="379"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a:p>
            </p:txBody>
          </p:sp>
          <p:sp>
            <p:nvSpPr>
              <p:cNvPr id="32799" name="Google Shape;5332;p62">
                <a:extLst>
                  <a:ext uri="{FF2B5EF4-FFF2-40B4-BE49-F238E27FC236}">
                    <a16:creationId xmlns:a16="http://schemas.microsoft.com/office/drawing/2014/main" id="{3768D906-22FF-89AD-7830-5E382179BF5C}"/>
                  </a:ext>
                </a:extLst>
              </p:cNvPr>
              <p:cNvSpPr>
                <a:spLocks/>
              </p:cNvSpPr>
              <p:nvPr/>
            </p:nvSpPr>
            <p:spPr bwMode="auto">
              <a:xfrm>
                <a:off x="-25464953" y="3649770"/>
                <a:ext cx="298277" cy="192508"/>
              </a:xfrm>
              <a:custGeom>
                <a:avLst/>
                <a:gdLst>
                  <a:gd name="T0" fmla="*/ 10838 w 11941"/>
                  <a:gd name="T1" fmla="*/ 3529 h 7688"/>
                  <a:gd name="T2" fmla="*/ 11121 w 11941"/>
                  <a:gd name="T3" fmla="*/ 3655 h 7688"/>
                  <a:gd name="T4" fmla="*/ 11184 w 11941"/>
                  <a:gd name="T5" fmla="*/ 3907 h 7688"/>
                  <a:gd name="T6" fmla="*/ 10901 w 11941"/>
                  <a:gd name="T7" fmla="*/ 5703 h 7688"/>
                  <a:gd name="T8" fmla="*/ 10365 w 11941"/>
                  <a:gd name="T9" fmla="*/ 3529 h 7688"/>
                  <a:gd name="T10" fmla="*/ 10838 w 11941"/>
                  <a:gd name="T11" fmla="*/ 3529 h 7688"/>
                  <a:gd name="T12" fmla="*/ 5227 w 11941"/>
                  <a:gd name="T13" fmla="*/ 2768 h 7688"/>
                  <a:gd name="T14" fmla="*/ 5608 w 11941"/>
                  <a:gd name="T15" fmla="*/ 3025 h 7688"/>
                  <a:gd name="T16" fmla="*/ 5892 w 11941"/>
                  <a:gd name="T17" fmla="*/ 4159 h 7688"/>
                  <a:gd name="T18" fmla="*/ 7341 w 11941"/>
                  <a:gd name="T19" fmla="*/ 4159 h 7688"/>
                  <a:gd name="T20" fmla="*/ 7687 w 11941"/>
                  <a:gd name="T21" fmla="*/ 4506 h 7688"/>
                  <a:gd name="T22" fmla="*/ 7341 w 11941"/>
                  <a:gd name="T23" fmla="*/ 4915 h 7688"/>
                  <a:gd name="T24" fmla="*/ 6018 w 11941"/>
                  <a:gd name="T25" fmla="*/ 4915 h 7688"/>
                  <a:gd name="T26" fmla="*/ 6270 w 11941"/>
                  <a:gd name="T27" fmla="*/ 5829 h 7688"/>
                  <a:gd name="T28" fmla="*/ 6018 w 11941"/>
                  <a:gd name="T29" fmla="*/ 6270 h 7688"/>
                  <a:gd name="T30" fmla="*/ 5955 w 11941"/>
                  <a:gd name="T31" fmla="*/ 6270 h 7688"/>
                  <a:gd name="T32" fmla="*/ 5608 w 11941"/>
                  <a:gd name="T33" fmla="*/ 6018 h 7688"/>
                  <a:gd name="T34" fmla="*/ 5324 w 11941"/>
                  <a:gd name="T35" fmla="*/ 4852 h 7688"/>
                  <a:gd name="T36" fmla="*/ 3875 w 11941"/>
                  <a:gd name="T37" fmla="*/ 4852 h 7688"/>
                  <a:gd name="T38" fmla="*/ 3529 w 11941"/>
                  <a:gd name="T39" fmla="*/ 4506 h 7688"/>
                  <a:gd name="T40" fmla="*/ 3875 w 11941"/>
                  <a:gd name="T41" fmla="*/ 4159 h 7688"/>
                  <a:gd name="T42" fmla="*/ 5167 w 11941"/>
                  <a:gd name="T43" fmla="*/ 4159 h 7688"/>
                  <a:gd name="T44" fmla="*/ 4946 w 11941"/>
                  <a:gd name="T45" fmla="*/ 3214 h 7688"/>
                  <a:gd name="T46" fmla="*/ 5167 w 11941"/>
                  <a:gd name="T47" fmla="*/ 2773 h 7688"/>
                  <a:gd name="T48" fmla="*/ 5227 w 11941"/>
                  <a:gd name="T49" fmla="*/ 2768 h 7688"/>
                  <a:gd name="T50" fmla="*/ 3151 w 11941"/>
                  <a:gd name="T51" fmla="*/ 1 h 7688"/>
                  <a:gd name="T52" fmla="*/ 2142 w 11941"/>
                  <a:gd name="T53" fmla="*/ 1040 h 7688"/>
                  <a:gd name="T54" fmla="*/ 2142 w 11941"/>
                  <a:gd name="T55" fmla="*/ 1387 h 7688"/>
                  <a:gd name="T56" fmla="*/ 1103 w 11941"/>
                  <a:gd name="T57" fmla="*/ 1387 h 7688"/>
                  <a:gd name="T58" fmla="*/ 284 w 11941"/>
                  <a:gd name="T59" fmla="*/ 1796 h 7688"/>
                  <a:gd name="T60" fmla="*/ 95 w 11941"/>
                  <a:gd name="T61" fmla="*/ 2679 h 7688"/>
                  <a:gd name="T62" fmla="*/ 1166 w 11941"/>
                  <a:gd name="T63" fmla="*/ 6869 h 7688"/>
                  <a:gd name="T64" fmla="*/ 2174 w 11941"/>
                  <a:gd name="T65" fmla="*/ 7656 h 7688"/>
                  <a:gd name="T66" fmla="*/ 10995 w 11941"/>
                  <a:gd name="T67" fmla="*/ 7688 h 7688"/>
                  <a:gd name="T68" fmla="*/ 11342 w 11941"/>
                  <a:gd name="T69" fmla="*/ 7436 h 7688"/>
                  <a:gd name="T70" fmla="*/ 11909 w 11941"/>
                  <a:gd name="T71" fmla="*/ 4033 h 7688"/>
                  <a:gd name="T72" fmla="*/ 11657 w 11941"/>
                  <a:gd name="T73" fmla="*/ 3214 h 7688"/>
                  <a:gd name="T74" fmla="*/ 10869 w 11941"/>
                  <a:gd name="T75" fmla="*/ 2868 h 7688"/>
                  <a:gd name="T76" fmla="*/ 10208 w 11941"/>
                  <a:gd name="T77" fmla="*/ 2868 h 7688"/>
                  <a:gd name="T78" fmla="*/ 10050 w 11941"/>
                  <a:gd name="T79" fmla="*/ 2269 h 7688"/>
                  <a:gd name="T80" fmla="*/ 9042 w 11941"/>
                  <a:gd name="T81" fmla="*/ 1450 h 7688"/>
                  <a:gd name="T82" fmla="*/ 7530 w 11941"/>
                  <a:gd name="T83" fmla="*/ 1450 h 7688"/>
                  <a:gd name="T84" fmla="*/ 7120 w 11941"/>
                  <a:gd name="T85" fmla="*/ 599 h 7688"/>
                  <a:gd name="T86" fmla="*/ 6175 w 11941"/>
                  <a:gd name="T87" fmla="*/ 1 h 7688"/>
                  <a:gd name="T88" fmla="*/ 3151 w 11941"/>
                  <a:gd name="T89" fmla="*/ 1 h 7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lnTo>
                      <a:pt x="10838"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lnTo>
                      <a:pt x="3151" y="1"/>
                    </a:lnTo>
                    <a:close/>
                  </a:path>
                </a:pathLst>
              </a:custGeom>
              <a:solidFill>
                <a:schemeClr val="bg2">
                  <a:lumMod val="10000"/>
                </a:schemeClr>
              </a:solidFill>
              <a:ln>
                <a:noFill/>
              </a:ln>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lang="ar-SA" sz="2489"/>
              </a:p>
            </p:txBody>
          </p:sp>
        </p:grpSp>
        <p:sp>
          <p:nvSpPr>
            <p:cNvPr id="25615" name="Google Shape;590;p49">
              <a:extLst>
                <a:ext uri="{FF2B5EF4-FFF2-40B4-BE49-F238E27FC236}">
                  <a16:creationId xmlns:a16="http://schemas.microsoft.com/office/drawing/2014/main" id="{364CB1B0-44D5-F096-0A6F-12B5CF1A0E30}"/>
                </a:ext>
              </a:extLst>
            </p:cNvPr>
            <p:cNvSpPr>
              <a:spLocks/>
            </p:cNvSpPr>
            <p:nvPr/>
          </p:nvSpPr>
          <p:spPr bwMode="auto">
            <a:xfrm>
              <a:off x="3015656" y="3151597"/>
              <a:ext cx="904579" cy="861646"/>
            </a:xfrm>
            <a:custGeom>
              <a:avLst/>
              <a:gdLst>
                <a:gd name="T0" fmla="*/ 13017365 w 32628"/>
                <a:gd name="T1" fmla="*/ 946779 h 31396"/>
                <a:gd name="T2" fmla="*/ 24121635 w 32628"/>
                <a:gd name="T3" fmla="*/ 11828229 h 31396"/>
                <a:gd name="T4" fmla="*/ 17267844 w 32628"/>
                <a:gd name="T5" fmla="*/ 21863842 h 31396"/>
                <a:gd name="T6" fmla="*/ 13021191 w 32628"/>
                <a:gd name="T7" fmla="*/ 22696863 h 31396"/>
                <a:gd name="T8" fmla="*/ 5167451 w 32628"/>
                <a:gd name="T9" fmla="*/ 19507818 h 31396"/>
                <a:gd name="T10" fmla="*/ 2763197 w 32628"/>
                <a:gd name="T11" fmla="*/ 7663040 h 31396"/>
                <a:gd name="T12" fmla="*/ 13017365 w 32628"/>
                <a:gd name="T13" fmla="*/ 946779 h 31396"/>
                <a:gd name="T14" fmla="*/ 13025045 w 32628"/>
                <a:gd name="T15" fmla="*/ 0 h 31396"/>
                <a:gd name="T16" fmla="*/ 4476457 w 32628"/>
                <a:gd name="T17" fmla="*/ 3458687 h 31396"/>
                <a:gd name="T18" fmla="*/ 1873117 w 32628"/>
                <a:gd name="T19" fmla="*/ 16345147 h 31396"/>
                <a:gd name="T20" fmla="*/ 13017365 w 32628"/>
                <a:gd name="T21" fmla="*/ 23647402 h 31396"/>
                <a:gd name="T22" fmla="*/ 25078557 w 32628"/>
                <a:gd name="T23" fmla="*/ 11828229 h 31396"/>
                <a:gd name="T24" fmla="*/ 17626787 w 32628"/>
                <a:gd name="T25" fmla="*/ 894799 h 31396"/>
                <a:gd name="T26" fmla="*/ 13025045 w 32628"/>
                <a:gd name="T27" fmla="*/ 0 h 313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628" h="31396" extrusionOk="0">
                  <a:moveTo>
                    <a:pt x="16936" y="1257"/>
                  </a:moveTo>
                  <a:cubicBezTo>
                    <a:pt x="24903" y="1274"/>
                    <a:pt x="31366" y="7720"/>
                    <a:pt x="31383" y="15704"/>
                  </a:cubicBezTo>
                  <a:cubicBezTo>
                    <a:pt x="31366" y="21545"/>
                    <a:pt x="27858" y="26799"/>
                    <a:pt x="22466" y="29028"/>
                  </a:cubicBezTo>
                  <a:cubicBezTo>
                    <a:pt x="20680" y="29772"/>
                    <a:pt x="18803" y="30134"/>
                    <a:pt x="16941" y="30134"/>
                  </a:cubicBezTo>
                  <a:cubicBezTo>
                    <a:pt x="13182" y="30134"/>
                    <a:pt x="9485" y="28662"/>
                    <a:pt x="6723" y="25900"/>
                  </a:cubicBezTo>
                  <a:cubicBezTo>
                    <a:pt x="2592" y="21770"/>
                    <a:pt x="1365" y="15566"/>
                    <a:pt x="3595" y="10174"/>
                  </a:cubicBezTo>
                  <a:cubicBezTo>
                    <a:pt x="5824" y="4782"/>
                    <a:pt x="11095" y="1257"/>
                    <a:pt x="16936" y="1257"/>
                  </a:cubicBezTo>
                  <a:close/>
                  <a:moveTo>
                    <a:pt x="16946" y="0"/>
                  </a:moveTo>
                  <a:cubicBezTo>
                    <a:pt x="12857" y="0"/>
                    <a:pt x="8833" y="1595"/>
                    <a:pt x="5824" y="4592"/>
                  </a:cubicBezTo>
                  <a:cubicBezTo>
                    <a:pt x="1348" y="9085"/>
                    <a:pt x="0" y="15842"/>
                    <a:pt x="2437" y="21701"/>
                  </a:cubicBezTo>
                  <a:cubicBezTo>
                    <a:pt x="4856" y="27559"/>
                    <a:pt x="10577" y="31396"/>
                    <a:pt x="16936" y="31396"/>
                  </a:cubicBezTo>
                  <a:cubicBezTo>
                    <a:pt x="25594" y="31378"/>
                    <a:pt x="32610" y="24362"/>
                    <a:pt x="32628" y="15704"/>
                  </a:cubicBezTo>
                  <a:cubicBezTo>
                    <a:pt x="32628" y="9344"/>
                    <a:pt x="28791" y="3624"/>
                    <a:pt x="22933" y="1188"/>
                  </a:cubicBezTo>
                  <a:cubicBezTo>
                    <a:pt x="20997" y="388"/>
                    <a:pt x="18964" y="0"/>
                    <a:pt x="1694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a:p>
          </p:txBody>
        </p:sp>
      </p:grpSp>
      <p:grpSp>
        <p:nvGrpSpPr>
          <p:cNvPr id="282" name="Google Shape;781;p55">
            <a:extLst>
              <a:ext uri="{FF2B5EF4-FFF2-40B4-BE49-F238E27FC236}">
                <a16:creationId xmlns:a16="http://schemas.microsoft.com/office/drawing/2014/main" id="{F5236754-AFE6-3CCF-C91C-C322DA9B70FF}"/>
              </a:ext>
            </a:extLst>
          </p:cNvPr>
          <p:cNvGrpSpPr/>
          <p:nvPr/>
        </p:nvGrpSpPr>
        <p:grpSpPr>
          <a:xfrm>
            <a:off x="3265771" y="4178224"/>
            <a:ext cx="1343271" cy="606609"/>
            <a:chOff x="4920150" y="1977875"/>
            <a:chExt cx="68525" cy="33800"/>
          </a:xfrm>
          <a:solidFill>
            <a:schemeClr val="tx1"/>
          </a:solidFill>
        </p:grpSpPr>
        <p:sp>
          <p:nvSpPr>
            <p:cNvPr id="283" name="Google Shape;782;p55">
              <a:extLst>
                <a:ext uri="{FF2B5EF4-FFF2-40B4-BE49-F238E27FC236}">
                  <a16:creationId xmlns:a16="http://schemas.microsoft.com/office/drawing/2014/main" id="{023615CF-D050-FC88-34F7-0C7F86E98BC2}"/>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284" name="Google Shape;783;p55">
              <a:extLst>
                <a:ext uri="{FF2B5EF4-FFF2-40B4-BE49-F238E27FC236}">
                  <a16:creationId xmlns:a16="http://schemas.microsoft.com/office/drawing/2014/main" id="{AC1F0F12-DF3F-313A-06E9-4251CB302F9A}"/>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285" name="Google Shape;784;p55">
              <a:extLst>
                <a:ext uri="{FF2B5EF4-FFF2-40B4-BE49-F238E27FC236}">
                  <a16:creationId xmlns:a16="http://schemas.microsoft.com/office/drawing/2014/main" id="{E7943E60-53FA-DBAF-47D7-0ACF9C44994C}"/>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grpSp>
      <p:grpSp>
        <p:nvGrpSpPr>
          <p:cNvPr id="286" name="Google Shape;781;p55">
            <a:extLst>
              <a:ext uri="{FF2B5EF4-FFF2-40B4-BE49-F238E27FC236}">
                <a16:creationId xmlns:a16="http://schemas.microsoft.com/office/drawing/2014/main" id="{71270209-9F73-EA34-1AFC-B1FADF09A71F}"/>
              </a:ext>
            </a:extLst>
          </p:cNvPr>
          <p:cNvGrpSpPr/>
          <p:nvPr/>
        </p:nvGrpSpPr>
        <p:grpSpPr>
          <a:xfrm>
            <a:off x="6475693" y="4197912"/>
            <a:ext cx="1343271" cy="606609"/>
            <a:chOff x="4920150" y="1977875"/>
            <a:chExt cx="68525" cy="33800"/>
          </a:xfrm>
          <a:solidFill>
            <a:schemeClr val="tx1"/>
          </a:solidFill>
        </p:grpSpPr>
        <p:sp>
          <p:nvSpPr>
            <p:cNvPr id="289" name="Google Shape;782;p55">
              <a:extLst>
                <a:ext uri="{FF2B5EF4-FFF2-40B4-BE49-F238E27FC236}">
                  <a16:creationId xmlns:a16="http://schemas.microsoft.com/office/drawing/2014/main" id="{537507C4-D6AF-1F6A-B4F3-1C6BCACF46BA}"/>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290" name="Google Shape;783;p55">
              <a:extLst>
                <a:ext uri="{FF2B5EF4-FFF2-40B4-BE49-F238E27FC236}">
                  <a16:creationId xmlns:a16="http://schemas.microsoft.com/office/drawing/2014/main" id="{FF064E3F-D2B5-16F6-8543-43F389D6871E}"/>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291" name="Google Shape;784;p55">
              <a:extLst>
                <a:ext uri="{FF2B5EF4-FFF2-40B4-BE49-F238E27FC236}">
                  <a16:creationId xmlns:a16="http://schemas.microsoft.com/office/drawing/2014/main" id="{3201FB13-BE37-CA01-7630-B1F248D41A64}"/>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grpSp>
      <p:sp>
        <p:nvSpPr>
          <p:cNvPr id="32777" name="TextBox 291">
            <a:extLst>
              <a:ext uri="{FF2B5EF4-FFF2-40B4-BE49-F238E27FC236}">
                <a16:creationId xmlns:a16="http://schemas.microsoft.com/office/drawing/2014/main" id="{F47F391A-9028-53A1-7123-CAB69F559D62}"/>
              </a:ext>
            </a:extLst>
          </p:cNvPr>
          <p:cNvSpPr txBox="1">
            <a:spLocks noChangeArrowheads="1"/>
          </p:cNvSpPr>
          <p:nvPr/>
        </p:nvSpPr>
        <p:spPr bwMode="auto">
          <a:xfrm>
            <a:off x="1678517" y="5075767"/>
            <a:ext cx="1727200" cy="1241494"/>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89" dirty="0">
                <a:solidFill>
                  <a:schemeClr val="bg2">
                    <a:lumMod val="10000"/>
                  </a:schemeClr>
                </a:solidFill>
              </a:rPr>
              <a:t>Collecting a blood sample</a:t>
            </a:r>
          </a:p>
        </p:txBody>
      </p:sp>
      <p:sp>
        <p:nvSpPr>
          <p:cNvPr id="32778" name="TextBox 292">
            <a:extLst>
              <a:ext uri="{FF2B5EF4-FFF2-40B4-BE49-F238E27FC236}">
                <a16:creationId xmlns:a16="http://schemas.microsoft.com/office/drawing/2014/main" id="{B68455C9-9B36-6935-E18C-A2ED4F6F0795}"/>
              </a:ext>
            </a:extLst>
          </p:cNvPr>
          <p:cNvSpPr txBox="1">
            <a:spLocks noChangeArrowheads="1"/>
          </p:cNvSpPr>
          <p:nvPr/>
        </p:nvSpPr>
        <p:spPr bwMode="auto">
          <a:xfrm>
            <a:off x="4309534" y="5099051"/>
            <a:ext cx="2696633" cy="1241494"/>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89" dirty="0">
                <a:solidFill>
                  <a:schemeClr val="bg2">
                    <a:lumMod val="10000"/>
                  </a:schemeClr>
                </a:solidFill>
              </a:rPr>
              <a:t>Transported to a laboratory for analysis</a:t>
            </a:r>
          </a:p>
        </p:txBody>
      </p:sp>
      <p:sp>
        <p:nvSpPr>
          <p:cNvPr id="32779" name="TextBox 293">
            <a:extLst>
              <a:ext uri="{FF2B5EF4-FFF2-40B4-BE49-F238E27FC236}">
                <a16:creationId xmlns:a16="http://schemas.microsoft.com/office/drawing/2014/main" id="{A77705F4-22A7-AE78-1A24-26D23C2F1F75}"/>
              </a:ext>
            </a:extLst>
          </p:cNvPr>
          <p:cNvSpPr txBox="1">
            <a:spLocks noChangeArrowheads="1"/>
          </p:cNvSpPr>
          <p:nvPr/>
        </p:nvSpPr>
        <p:spPr bwMode="auto">
          <a:xfrm>
            <a:off x="7708900" y="5096933"/>
            <a:ext cx="2288117" cy="1241494"/>
          </a:xfrm>
          <a:prstGeom prst="rect">
            <a:avLst/>
          </a:prstGeom>
          <a:noFill/>
          <a:ln>
            <a:noFill/>
          </a:ln>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defRPr/>
            </a:pPr>
            <a:r>
              <a:rPr lang="en-US" altLang="ar-SA" sz="2489" dirty="0">
                <a:solidFill>
                  <a:schemeClr val="bg2">
                    <a:lumMod val="10000"/>
                  </a:schemeClr>
                </a:solidFill>
              </a:rPr>
              <a:t>Results take days to a week </a:t>
            </a:r>
          </a:p>
        </p:txBody>
      </p:sp>
    </p:spTree>
    <p:extLst>
      <p:ext uri="{BB962C8B-B14F-4D97-AF65-F5344CB8AC3E}">
        <p14:creationId xmlns:p14="http://schemas.microsoft.com/office/powerpoint/2010/main" val="3453292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9" name="Google Shape;233;p29">
            <a:extLst>
              <a:ext uri="{FF2B5EF4-FFF2-40B4-BE49-F238E27FC236}">
                <a16:creationId xmlns:a16="http://schemas.microsoft.com/office/drawing/2014/main" id="{60F182D5-CA78-26FC-18D4-2DF79D85FA76}"/>
              </a:ext>
            </a:extLst>
          </p:cNvPr>
          <p:cNvSpPr txBox="1">
            <a:spLocks noGrp="1"/>
          </p:cNvSpPr>
          <p:nvPr>
            <p:ph type="ctrTitle"/>
          </p:nvPr>
        </p:nvSpPr>
        <p:spPr>
          <a:xfrm>
            <a:off x="1869018" y="-1013883"/>
            <a:ext cx="8185149" cy="2370668"/>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spcBef>
                <a:spcPct val="0"/>
              </a:spcBef>
              <a:spcAft>
                <a:spcPct val="0"/>
              </a:spcAft>
              <a:buFont typeface="Besley" charset="0"/>
              <a:buNone/>
              <a:defRPr/>
            </a:pPr>
            <a:r>
              <a:rPr lang="en-US" altLang="ar-SA" sz="5867" dirty="0">
                <a:solidFill>
                  <a:schemeClr val="bg2">
                    <a:lumMod val="10000"/>
                  </a:schemeClr>
                </a:solidFill>
                <a:latin typeface="Besley" charset="0"/>
                <a:cs typeface="Besley" charset="0"/>
                <a:sym typeface="Besley" charset="0"/>
              </a:rPr>
              <a:t>The Solution</a:t>
            </a:r>
            <a:endParaRPr lang="ar-SA" altLang="ar-SA" sz="5867" dirty="0">
              <a:solidFill>
                <a:schemeClr val="bg2">
                  <a:lumMod val="10000"/>
                </a:schemeClr>
              </a:solidFill>
              <a:latin typeface="Besley" charset="0"/>
              <a:cs typeface="Besley" charset="0"/>
              <a:sym typeface="Besley" charset="0"/>
            </a:endParaRPr>
          </a:p>
        </p:txBody>
      </p:sp>
      <p:sp>
        <p:nvSpPr>
          <p:cNvPr id="3" name="Google Shape;233;p29">
            <a:extLst>
              <a:ext uri="{FF2B5EF4-FFF2-40B4-BE49-F238E27FC236}">
                <a16:creationId xmlns:a16="http://schemas.microsoft.com/office/drawing/2014/main" id="{2222746B-1813-3B76-46DF-D6A32A01892D}"/>
              </a:ext>
            </a:extLst>
          </p:cNvPr>
          <p:cNvSpPr txBox="1">
            <a:spLocks/>
          </p:cNvSpPr>
          <p:nvPr/>
        </p:nvSpPr>
        <p:spPr bwMode="auto">
          <a:xfrm>
            <a:off x="2163233" y="3967951"/>
            <a:ext cx="8102600" cy="717549"/>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lnSpc>
                <a:spcPct val="100000"/>
              </a:lnSpc>
              <a:spcBef>
                <a:spcPct val="0"/>
              </a:spcBef>
              <a:spcAft>
                <a:spcPct val="0"/>
              </a:spcAft>
              <a:buSzPct val="170000"/>
              <a:defRPr/>
            </a:pPr>
            <a:r>
              <a:rPr lang="en-US" altLang="ar-SA" sz="2400" kern="0" dirty="0">
                <a:ln w="0"/>
                <a:solidFill>
                  <a:schemeClr val="bg2">
                    <a:lumMod val="10000"/>
                  </a:schemeClr>
                </a:solidFill>
                <a:latin typeface="Aptos Display" panose="020B0004020202020204" pitchFamily="34" charset="0"/>
                <a:cs typeface="Besley" charset="0"/>
                <a:sym typeface="Besley" charset="0"/>
              </a:rPr>
              <a:t>Develop AI model which can identify an illicit drug abuser</a:t>
            </a:r>
          </a:p>
          <a:p>
            <a:pPr algn="ctr" eaLnBrk="1" hangingPunct="1">
              <a:lnSpc>
                <a:spcPct val="100000"/>
              </a:lnSpc>
              <a:spcBef>
                <a:spcPct val="0"/>
              </a:spcBef>
              <a:spcAft>
                <a:spcPct val="0"/>
              </a:spcAft>
              <a:buSzPct val="170000"/>
              <a:defRPr/>
            </a:pPr>
            <a:r>
              <a:rPr lang="en-US" altLang="ar-SA" sz="2400" kern="0" dirty="0">
                <a:ln w="0"/>
                <a:solidFill>
                  <a:schemeClr val="bg2">
                    <a:lumMod val="10000"/>
                  </a:schemeClr>
                </a:solidFill>
                <a:latin typeface="Aptos Display" panose="020B0004020202020204" pitchFamily="34" charset="0"/>
                <a:cs typeface="Besley" charset="0"/>
                <a:sym typeface="Besley" charset="0"/>
              </a:rPr>
              <a:t> just by giving an image for face or eye. </a:t>
            </a:r>
          </a:p>
          <a:p>
            <a:pPr marL="228594" indent="-228594" algn="ctr" eaLnBrk="1" hangingPunct="1">
              <a:lnSpc>
                <a:spcPct val="100000"/>
              </a:lnSpc>
              <a:spcBef>
                <a:spcPct val="0"/>
              </a:spcBef>
              <a:spcAft>
                <a:spcPct val="0"/>
              </a:spcAft>
              <a:buSzPct val="170000"/>
              <a:buFont typeface="Wingdings" panose="05000000000000000000" pitchFamily="2" charset="2"/>
              <a:buChar char="Ø"/>
              <a:defRPr/>
            </a:pPr>
            <a:endParaRPr lang="en-US" altLang="ar-SA" sz="2400" kern="0" dirty="0">
              <a:ln w="0"/>
              <a:solidFill>
                <a:schemeClr val="bg2">
                  <a:lumMod val="10000"/>
                </a:schemeClr>
              </a:solidFill>
              <a:latin typeface="Aptos Display" panose="020B0004020202020204" pitchFamily="34" charset="0"/>
              <a:cs typeface="Besley" charset="0"/>
              <a:sym typeface="Besley" charset="0"/>
            </a:endParaRPr>
          </a:p>
          <a:p>
            <a:pPr algn="ctr" eaLnBrk="1" hangingPunct="1">
              <a:lnSpc>
                <a:spcPct val="100000"/>
              </a:lnSpc>
              <a:spcBef>
                <a:spcPct val="0"/>
              </a:spcBef>
              <a:spcAft>
                <a:spcPct val="0"/>
              </a:spcAft>
              <a:buSzPct val="170000"/>
              <a:defRPr/>
            </a:pPr>
            <a:endParaRPr lang="en-US" altLang="ar-SA" sz="2400" kern="0" dirty="0">
              <a:ln w="0"/>
              <a:solidFill>
                <a:schemeClr val="bg2">
                  <a:lumMod val="10000"/>
                </a:schemeClr>
              </a:solidFill>
              <a:latin typeface="Aptos Display" panose="020B0004020202020204" pitchFamily="34" charset="0"/>
              <a:cs typeface="Besley" charset="0"/>
              <a:sym typeface="Besley" charset="0"/>
            </a:endParaRPr>
          </a:p>
        </p:txBody>
      </p:sp>
      <p:grpSp>
        <p:nvGrpSpPr>
          <p:cNvPr id="29701" name="Group 55">
            <a:extLst>
              <a:ext uri="{FF2B5EF4-FFF2-40B4-BE49-F238E27FC236}">
                <a16:creationId xmlns:a16="http://schemas.microsoft.com/office/drawing/2014/main" id="{D4A8DB7B-CA16-545D-BC80-B4377608784F}"/>
              </a:ext>
            </a:extLst>
          </p:cNvPr>
          <p:cNvGrpSpPr>
            <a:grpSpLocks/>
          </p:cNvGrpSpPr>
          <p:nvPr/>
        </p:nvGrpSpPr>
        <p:grpSpPr bwMode="auto">
          <a:xfrm>
            <a:off x="2442634" y="1568373"/>
            <a:ext cx="6860117" cy="1238251"/>
            <a:chOff x="986630" y="2097997"/>
            <a:chExt cx="5145186" cy="927658"/>
          </a:xfrm>
        </p:grpSpPr>
        <p:grpSp>
          <p:nvGrpSpPr>
            <p:cNvPr id="29717" name="Group 280">
              <a:extLst>
                <a:ext uri="{FF2B5EF4-FFF2-40B4-BE49-F238E27FC236}">
                  <a16:creationId xmlns:a16="http://schemas.microsoft.com/office/drawing/2014/main" id="{ECEBE126-7F5B-498C-9172-17F9F0C6F9C0}"/>
                </a:ext>
              </a:extLst>
            </p:cNvPr>
            <p:cNvGrpSpPr>
              <a:grpSpLocks/>
            </p:cNvGrpSpPr>
            <p:nvPr/>
          </p:nvGrpSpPr>
          <p:grpSpPr bwMode="auto">
            <a:xfrm>
              <a:off x="986630" y="2098822"/>
              <a:ext cx="919305" cy="906138"/>
              <a:chOff x="791487" y="3103798"/>
              <a:chExt cx="904579" cy="861646"/>
            </a:xfrm>
          </p:grpSpPr>
          <p:sp>
            <p:nvSpPr>
              <p:cNvPr id="29730" name="Google Shape;590;p49">
                <a:extLst>
                  <a:ext uri="{FF2B5EF4-FFF2-40B4-BE49-F238E27FC236}">
                    <a16:creationId xmlns:a16="http://schemas.microsoft.com/office/drawing/2014/main" id="{389D6977-A654-B540-B9B7-75B4B8C47944}"/>
                  </a:ext>
                </a:extLst>
              </p:cNvPr>
              <p:cNvSpPr>
                <a:spLocks/>
              </p:cNvSpPr>
              <p:nvPr/>
            </p:nvSpPr>
            <p:spPr bwMode="auto">
              <a:xfrm>
                <a:off x="791487" y="3103798"/>
                <a:ext cx="904579" cy="861646"/>
              </a:xfrm>
              <a:custGeom>
                <a:avLst/>
                <a:gdLst>
                  <a:gd name="T0" fmla="*/ 13017365 w 32628"/>
                  <a:gd name="T1" fmla="*/ 946779 h 31396"/>
                  <a:gd name="T2" fmla="*/ 24121635 w 32628"/>
                  <a:gd name="T3" fmla="*/ 11828229 h 31396"/>
                  <a:gd name="T4" fmla="*/ 17267844 w 32628"/>
                  <a:gd name="T5" fmla="*/ 21863842 h 31396"/>
                  <a:gd name="T6" fmla="*/ 13021191 w 32628"/>
                  <a:gd name="T7" fmla="*/ 22696863 h 31396"/>
                  <a:gd name="T8" fmla="*/ 5167451 w 32628"/>
                  <a:gd name="T9" fmla="*/ 19507818 h 31396"/>
                  <a:gd name="T10" fmla="*/ 2763197 w 32628"/>
                  <a:gd name="T11" fmla="*/ 7663040 h 31396"/>
                  <a:gd name="T12" fmla="*/ 13017365 w 32628"/>
                  <a:gd name="T13" fmla="*/ 946779 h 31396"/>
                  <a:gd name="T14" fmla="*/ 13025045 w 32628"/>
                  <a:gd name="T15" fmla="*/ 0 h 31396"/>
                  <a:gd name="T16" fmla="*/ 4476457 w 32628"/>
                  <a:gd name="T17" fmla="*/ 3458687 h 31396"/>
                  <a:gd name="T18" fmla="*/ 1873117 w 32628"/>
                  <a:gd name="T19" fmla="*/ 16345147 h 31396"/>
                  <a:gd name="T20" fmla="*/ 13017365 w 32628"/>
                  <a:gd name="T21" fmla="*/ 23647402 h 31396"/>
                  <a:gd name="T22" fmla="*/ 25078557 w 32628"/>
                  <a:gd name="T23" fmla="*/ 11828229 h 31396"/>
                  <a:gd name="T24" fmla="*/ 17626787 w 32628"/>
                  <a:gd name="T25" fmla="*/ 894799 h 31396"/>
                  <a:gd name="T26" fmla="*/ 13025045 w 32628"/>
                  <a:gd name="T27" fmla="*/ 0 h 313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628" h="31396" extrusionOk="0">
                    <a:moveTo>
                      <a:pt x="16936" y="1257"/>
                    </a:moveTo>
                    <a:cubicBezTo>
                      <a:pt x="24903" y="1274"/>
                      <a:pt x="31366" y="7720"/>
                      <a:pt x="31383" y="15704"/>
                    </a:cubicBezTo>
                    <a:cubicBezTo>
                      <a:pt x="31366" y="21545"/>
                      <a:pt x="27858" y="26799"/>
                      <a:pt x="22466" y="29028"/>
                    </a:cubicBezTo>
                    <a:cubicBezTo>
                      <a:pt x="20680" y="29772"/>
                      <a:pt x="18803" y="30134"/>
                      <a:pt x="16941" y="30134"/>
                    </a:cubicBezTo>
                    <a:cubicBezTo>
                      <a:pt x="13182" y="30134"/>
                      <a:pt x="9485" y="28662"/>
                      <a:pt x="6723" y="25900"/>
                    </a:cubicBezTo>
                    <a:cubicBezTo>
                      <a:pt x="2592" y="21770"/>
                      <a:pt x="1365" y="15566"/>
                      <a:pt x="3595" y="10174"/>
                    </a:cubicBezTo>
                    <a:cubicBezTo>
                      <a:pt x="5824" y="4782"/>
                      <a:pt x="11095" y="1257"/>
                      <a:pt x="16936" y="1257"/>
                    </a:cubicBezTo>
                    <a:close/>
                    <a:moveTo>
                      <a:pt x="16946" y="0"/>
                    </a:moveTo>
                    <a:cubicBezTo>
                      <a:pt x="12857" y="0"/>
                      <a:pt x="8833" y="1595"/>
                      <a:pt x="5824" y="4592"/>
                    </a:cubicBezTo>
                    <a:cubicBezTo>
                      <a:pt x="1348" y="9085"/>
                      <a:pt x="0" y="15842"/>
                      <a:pt x="2437" y="21701"/>
                    </a:cubicBezTo>
                    <a:cubicBezTo>
                      <a:pt x="4856" y="27559"/>
                      <a:pt x="10577" y="31396"/>
                      <a:pt x="16936" y="31396"/>
                    </a:cubicBezTo>
                    <a:cubicBezTo>
                      <a:pt x="25594" y="31378"/>
                      <a:pt x="32610" y="24362"/>
                      <a:pt x="32628" y="15704"/>
                    </a:cubicBezTo>
                    <a:cubicBezTo>
                      <a:pt x="32628" y="9344"/>
                      <a:pt x="28791" y="3624"/>
                      <a:pt x="22933" y="1188"/>
                    </a:cubicBezTo>
                    <a:cubicBezTo>
                      <a:pt x="20997" y="388"/>
                      <a:pt x="18964" y="0"/>
                      <a:pt x="1694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a:p>
            </p:txBody>
          </p:sp>
          <p:sp>
            <p:nvSpPr>
              <p:cNvPr id="18" name="Google Shape;5246;p62">
                <a:extLst>
                  <a:ext uri="{FF2B5EF4-FFF2-40B4-BE49-F238E27FC236}">
                    <a16:creationId xmlns:a16="http://schemas.microsoft.com/office/drawing/2014/main" id="{F64AE030-E22A-30DC-9D9B-D337578577DF}"/>
                  </a:ext>
                </a:extLst>
              </p:cNvPr>
              <p:cNvSpPr>
                <a:spLocks/>
              </p:cNvSpPr>
              <p:nvPr/>
            </p:nvSpPr>
            <p:spPr bwMode="auto">
              <a:xfrm>
                <a:off x="1005495" y="3253801"/>
                <a:ext cx="512369" cy="529266"/>
              </a:xfrm>
              <a:custGeom>
                <a:avLst/>
                <a:gdLst>
                  <a:gd name="T0" fmla="*/ 9546 w 11846"/>
                  <a:gd name="T1" fmla="*/ 2733 h 11776"/>
                  <a:gd name="T2" fmla="*/ 8538 w 11846"/>
                  <a:gd name="T3" fmla="*/ 2828 h 11776"/>
                  <a:gd name="T4" fmla="*/ 6333 w 11846"/>
                  <a:gd name="T5" fmla="*/ 3489 h 11776"/>
                  <a:gd name="T6" fmla="*/ 7782 w 11846"/>
                  <a:gd name="T7" fmla="*/ 5978 h 11776"/>
                  <a:gd name="T8" fmla="*/ 6789 w 11846"/>
                  <a:gd name="T9" fmla="*/ 5128 h 11776"/>
                  <a:gd name="T10" fmla="*/ 6553 w 11846"/>
                  <a:gd name="T11" fmla="*/ 5695 h 11776"/>
                  <a:gd name="T12" fmla="*/ 6837 w 11846"/>
                  <a:gd name="T13" fmla="*/ 6924 h 11776"/>
                  <a:gd name="T14" fmla="*/ 6333 w 11846"/>
                  <a:gd name="T15" fmla="*/ 3489 h 11776"/>
                  <a:gd name="T16" fmla="*/ 3119 w 11846"/>
                  <a:gd name="T17" fmla="*/ 9160 h 11776"/>
                  <a:gd name="T18" fmla="*/ 2662 w 11846"/>
                  <a:gd name="T19" fmla="*/ 9483 h 11776"/>
                  <a:gd name="T20" fmla="*/ 2426 w 11846"/>
                  <a:gd name="T21" fmla="*/ 8940 h 11776"/>
                  <a:gd name="T22" fmla="*/ 9294 w 11846"/>
                  <a:gd name="T23" fmla="*/ 0 h 11776"/>
                  <a:gd name="T24" fmla="*/ 8538 w 11846"/>
                  <a:gd name="T25" fmla="*/ 1820 h 11776"/>
                  <a:gd name="T26" fmla="*/ 7089 w 11846"/>
                  <a:gd name="T27" fmla="*/ 1316 h 11776"/>
                  <a:gd name="T28" fmla="*/ 5608 w 11846"/>
                  <a:gd name="T29" fmla="*/ 1316 h 11776"/>
                  <a:gd name="T30" fmla="*/ 5860 w 11846"/>
                  <a:gd name="T31" fmla="*/ 3017 h 11776"/>
                  <a:gd name="T32" fmla="*/ 2268 w 11846"/>
                  <a:gd name="T33" fmla="*/ 8058 h 11776"/>
                  <a:gd name="T34" fmla="*/ 1733 w 11846"/>
                  <a:gd name="T35" fmla="*/ 9601 h 11776"/>
                  <a:gd name="T36" fmla="*/ 95 w 11846"/>
                  <a:gd name="T37" fmla="*/ 11681 h 11776"/>
                  <a:gd name="T38" fmla="*/ 567 w 11846"/>
                  <a:gd name="T39" fmla="*/ 11681 h 11776"/>
                  <a:gd name="T40" fmla="*/ 2609 w 11846"/>
                  <a:gd name="T41" fmla="*/ 10164 h 11776"/>
                  <a:gd name="T42" fmla="*/ 3718 w 11846"/>
                  <a:gd name="T43" fmla="*/ 9507 h 11776"/>
                  <a:gd name="T44" fmla="*/ 5576 w 11846"/>
                  <a:gd name="T45" fmla="*/ 9129 h 11776"/>
                  <a:gd name="T46" fmla="*/ 4820 w 11846"/>
                  <a:gd name="T47" fmla="*/ 7900 h 11776"/>
                  <a:gd name="T48" fmla="*/ 5057 w 11846"/>
                  <a:gd name="T49" fmla="*/ 7333 h 11776"/>
                  <a:gd name="T50" fmla="*/ 6270 w 11846"/>
                  <a:gd name="T51" fmla="*/ 8404 h 11776"/>
                  <a:gd name="T52" fmla="*/ 8948 w 11846"/>
                  <a:gd name="T53" fmla="*/ 6199 h 11776"/>
                  <a:gd name="T54" fmla="*/ 10428 w 11846"/>
                  <a:gd name="T55" fmla="*/ 6199 h 11776"/>
                  <a:gd name="T56" fmla="*/ 9420 w 11846"/>
                  <a:gd name="T57" fmla="*/ 3773 h 11776"/>
                  <a:gd name="T58" fmla="*/ 10712 w 11846"/>
                  <a:gd name="T59" fmla="*/ 3513 h 11776"/>
                  <a:gd name="T60" fmla="*/ 11436 w 11846"/>
                  <a:gd name="T61" fmla="*/ 1757 h 11776"/>
                  <a:gd name="T62" fmla="*/ 9294 w 11846"/>
                  <a:gd name="T63" fmla="*/ 0 h 1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bg2">
                  <a:lumMod val="10000"/>
                </a:schemeClr>
              </a:solidFill>
              <a:ln>
                <a:noFill/>
              </a:ln>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lang="ar-SA" sz="2489"/>
              </a:p>
            </p:txBody>
          </p:sp>
        </p:grpSp>
        <p:grpSp>
          <p:nvGrpSpPr>
            <p:cNvPr id="29718" name="Group 279">
              <a:extLst>
                <a:ext uri="{FF2B5EF4-FFF2-40B4-BE49-F238E27FC236}">
                  <a16:creationId xmlns:a16="http://schemas.microsoft.com/office/drawing/2014/main" id="{FDF0848A-C1EC-782D-1BAD-58215C1A615C}"/>
                </a:ext>
              </a:extLst>
            </p:cNvPr>
            <p:cNvGrpSpPr>
              <a:grpSpLocks/>
            </p:cNvGrpSpPr>
            <p:nvPr/>
          </p:nvGrpSpPr>
          <p:grpSpPr bwMode="auto">
            <a:xfrm>
              <a:off x="3141416" y="2097997"/>
              <a:ext cx="919305" cy="907809"/>
              <a:chOff x="1865013" y="3134420"/>
              <a:chExt cx="904579" cy="861646"/>
            </a:xfrm>
          </p:grpSpPr>
          <p:grpSp>
            <p:nvGrpSpPr>
              <p:cNvPr id="29724" name="Google Shape;5228;p62">
                <a:extLst>
                  <a:ext uri="{FF2B5EF4-FFF2-40B4-BE49-F238E27FC236}">
                    <a16:creationId xmlns:a16="http://schemas.microsoft.com/office/drawing/2014/main" id="{0D006E59-1751-0826-E9C4-22EC6DCD7359}"/>
                  </a:ext>
                </a:extLst>
              </p:cNvPr>
              <p:cNvGrpSpPr>
                <a:grpSpLocks/>
              </p:cNvGrpSpPr>
              <p:nvPr/>
            </p:nvGrpSpPr>
            <p:grpSpPr bwMode="auto">
              <a:xfrm>
                <a:off x="2024361" y="3253435"/>
                <a:ext cx="581614" cy="579134"/>
                <a:chOff x="-24730599" y="3888863"/>
                <a:chExt cx="264899" cy="300556"/>
              </a:xfrm>
            </p:grpSpPr>
            <p:sp>
              <p:nvSpPr>
                <p:cNvPr id="22" name="Google Shape;5229;p62">
                  <a:extLst>
                    <a:ext uri="{FF2B5EF4-FFF2-40B4-BE49-F238E27FC236}">
                      <a16:creationId xmlns:a16="http://schemas.microsoft.com/office/drawing/2014/main" id="{D697115C-28BF-1DB6-3125-C41B3BC2D55B}"/>
                    </a:ext>
                  </a:extLst>
                </p:cNvPr>
                <p:cNvSpPr/>
                <p:nvPr/>
              </p:nvSpPr>
              <p:spPr>
                <a:xfrm>
                  <a:off x="-24588539" y="3888805"/>
                  <a:ext cx="105297" cy="226522"/>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23" name="Google Shape;5230;p62">
                  <a:extLst>
                    <a:ext uri="{FF2B5EF4-FFF2-40B4-BE49-F238E27FC236}">
                      <a16:creationId xmlns:a16="http://schemas.microsoft.com/office/drawing/2014/main" id="{831E2CF4-CB8F-D54C-B6EF-32ED3BF542CA}"/>
                    </a:ext>
                  </a:extLst>
                </p:cNvPr>
                <p:cNvSpPr>
                  <a:spLocks/>
                </p:cNvSpPr>
                <p:nvPr/>
              </p:nvSpPr>
              <p:spPr bwMode="auto">
                <a:xfrm>
                  <a:off x="-24538025" y="4130949"/>
                  <a:ext cx="71147" cy="17184"/>
                </a:xfrm>
                <a:custGeom>
                  <a:avLst/>
                  <a:gdLst>
                    <a:gd name="T0" fmla="*/ 0 w 2836"/>
                    <a:gd name="T1" fmla="*/ 1 h 694"/>
                    <a:gd name="T2" fmla="*/ 347 w 2836"/>
                    <a:gd name="T3" fmla="*/ 694 h 694"/>
                    <a:gd name="T4" fmla="*/ 2489 w 2836"/>
                    <a:gd name="T5" fmla="*/ 694 h 694"/>
                    <a:gd name="T6" fmla="*/ 2836 w 2836"/>
                    <a:gd name="T7" fmla="*/ 347 h 694"/>
                    <a:gd name="T8" fmla="*/ 2489 w 2836"/>
                    <a:gd name="T9" fmla="*/ 1 h 694"/>
                    <a:gd name="T10" fmla="*/ 0 w 2836"/>
                    <a:gd name="T11" fmla="*/ 1 h 694"/>
                  </a:gdLst>
                  <a:ahLst/>
                  <a:cxnLst>
                    <a:cxn ang="0">
                      <a:pos x="T0" y="T1"/>
                    </a:cxn>
                    <a:cxn ang="0">
                      <a:pos x="T2" y="T3"/>
                    </a:cxn>
                    <a:cxn ang="0">
                      <a:pos x="T4" y="T5"/>
                    </a:cxn>
                    <a:cxn ang="0">
                      <a:pos x="T6" y="T7"/>
                    </a:cxn>
                    <a:cxn ang="0">
                      <a:pos x="T8" y="T9"/>
                    </a:cxn>
                    <a:cxn ang="0">
                      <a:pos x="T10" y="T11"/>
                    </a:cxn>
                  </a:cxnLst>
                  <a:rect l="0" t="0" r="r" b="b"/>
                  <a:pathLst>
                    <a:path w="2836" h="694" extrusionOk="0">
                      <a:moveTo>
                        <a:pt x="0" y="1"/>
                      </a:moveTo>
                      <a:lnTo>
                        <a:pt x="347" y="694"/>
                      </a:lnTo>
                      <a:lnTo>
                        <a:pt x="2489" y="694"/>
                      </a:lnTo>
                      <a:cubicBezTo>
                        <a:pt x="2678" y="694"/>
                        <a:pt x="2836" y="536"/>
                        <a:pt x="2836" y="347"/>
                      </a:cubicBezTo>
                      <a:cubicBezTo>
                        <a:pt x="2836" y="158"/>
                        <a:pt x="2678" y="1"/>
                        <a:pt x="2489" y="1"/>
                      </a:cubicBezTo>
                      <a:lnTo>
                        <a:pt x="0" y="1"/>
                      </a:lnTo>
                      <a:close/>
                    </a:path>
                  </a:pathLst>
                </a:custGeom>
                <a:solidFill>
                  <a:schemeClr val="bg2">
                    <a:lumMod val="10000"/>
                  </a:schemeClr>
                </a:solidFill>
                <a:ln>
                  <a:noFill/>
                </a:ln>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lang="ar-SA" sz="2489" dirty="0"/>
                </a:p>
              </p:txBody>
            </p:sp>
            <p:sp>
              <p:nvSpPr>
                <p:cNvPr id="24" name="Google Shape;5231;p62">
                  <a:extLst>
                    <a:ext uri="{FF2B5EF4-FFF2-40B4-BE49-F238E27FC236}">
                      <a16:creationId xmlns:a16="http://schemas.microsoft.com/office/drawing/2014/main" id="{8E11156B-F7DF-2128-ABD7-1359DE930EB8}"/>
                    </a:ext>
                  </a:extLst>
                </p:cNvPr>
                <p:cNvSpPr/>
                <p:nvPr/>
              </p:nvSpPr>
              <p:spPr>
                <a:xfrm>
                  <a:off x="-24709489" y="3963792"/>
                  <a:ext cx="207748" cy="220273"/>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dirty="0">
                    <a:latin typeface="Arial"/>
                    <a:ea typeface="Arial"/>
                    <a:cs typeface="Arial"/>
                    <a:sym typeface="Arial"/>
                  </a:endParaRPr>
                </a:p>
              </p:txBody>
            </p:sp>
            <p:sp>
              <p:nvSpPr>
                <p:cNvPr id="25" name="Google Shape;5231;p62">
                  <a:extLst>
                    <a:ext uri="{FF2B5EF4-FFF2-40B4-BE49-F238E27FC236}">
                      <a16:creationId xmlns:a16="http://schemas.microsoft.com/office/drawing/2014/main" id="{06DACA96-6B6A-581D-B0FD-564A3AC5D973}"/>
                    </a:ext>
                  </a:extLst>
                </p:cNvPr>
                <p:cNvSpPr/>
                <p:nvPr/>
              </p:nvSpPr>
              <p:spPr>
                <a:xfrm>
                  <a:off x="-24730832" y="3967697"/>
                  <a:ext cx="207748" cy="220273"/>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grpSp>
          <p:sp>
            <p:nvSpPr>
              <p:cNvPr id="29725" name="Google Shape;590;p49">
                <a:extLst>
                  <a:ext uri="{FF2B5EF4-FFF2-40B4-BE49-F238E27FC236}">
                    <a16:creationId xmlns:a16="http://schemas.microsoft.com/office/drawing/2014/main" id="{15039D34-7B51-9BDA-1915-D1891A6D3441}"/>
                  </a:ext>
                </a:extLst>
              </p:cNvPr>
              <p:cNvSpPr>
                <a:spLocks/>
              </p:cNvSpPr>
              <p:nvPr/>
            </p:nvSpPr>
            <p:spPr bwMode="auto">
              <a:xfrm>
                <a:off x="1865013" y="3134420"/>
                <a:ext cx="904579" cy="861646"/>
              </a:xfrm>
              <a:custGeom>
                <a:avLst/>
                <a:gdLst>
                  <a:gd name="T0" fmla="*/ 13017365 w 32628"/>
                  <a:gd name="T1" fmla="*/ 946779 h 31396"/>
                  <a:gd name="T2" fmla="*/ 24121635 w 32628"/>
                  <a:gd name="T3" fmla="*/ 11828229 h 31396"/>
                  <a:gd name="T4" fmla="*/ 17267844 w 32628"/>
                  <a:gd name="T5" fmla="*/ 21863842 h 31396"/>
                  <a:gd name="T6" fmla="*/ 13021191 w 32628"/>
                  <a:gd name="T7" fmla="*/ 22696863 h 31396"/>
                  <a:gd name="T8" fmla="*/ 5167451 w 32628"/>
                  <a:gd name="T9" fmla="*/ 19507818 h 31396"/>
                  <a:gd name="T10" fmla="*/ 2763197 w 32628"/>
                  <a:gd name="T11" fmla="*/ 7663040 h 31396"/>
                  <a:gd name="T12" fmla="*/ 13017365 w 32628"/>
                  <a:gd name="T13" fmla="*/ 946779 h 31396"/>
                  <a:gd name="T14" fmla="*/ 13025045 w 32628"/>
                  <a:gd name="T15" fmla="*/ 0 h 31396"/>
                  <a:gd name="T16" fmla="*/ 4476457 w 32628"/>
                  <a:gd name="T17" fmla="*/ 3458687 h 31396"/>
                  <a:gd name="T18" fmla="*/ 1873117 w 32628"/>
                  <a:gd name="T19" fmla="*/ 16345147 h 31396"/>
                  <a:gd name="T20" fmla="*/ 13017365 w 32628"/>
                  <a:gd name="T21" fmla="*/ 23647402 h 31396"/>
                  <a:gd name="T22" fmla="*/ 25078557 w 32628"/>
                  <a:gd name="T23" fmla="*/ 11828229 h 31396"/>
                  <a:gd name="T24" fmla="*/ 17626787 w 32628"/>
                  <a:gd name="T25" fmla="*/ 894799 h 31396"/>
                  <a:gd name="T26" fmla="*/ 13025045 w 32628"/>
                  <a:gd name="T27" fmla="*/ 0 h 313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628" h="31396" extrusionOk="0">
                    <a:moveTo>
                      <a:pt x="16936" y="1257"/>
                    </a:moveTo>
                    <a:cubicBezTo>
                      <a:pt x="24903" y="1274"/>
                      <a:pt x="31366" y="7720"/>
                      <a:pt x="31383" y="15704"/>
                    </a:cubicBezTo>
                    <a:cubicBezTo>
                      <a:pt x="31366" y="21545"/>
                      <a:pt x="27858" y="26799"/>
                      <a:pt x="22466" y="29028"/>
                    </a:cubicBezTo>
                    <a:cubicBezTo>
                      <a:pt x="20680" y="29772"/>
                      <a:pt x="18803" y="30134"/>
                      <a:pt x="16941" y="30134"/>
                    </a:cubicBezTo>
                    <a:cubicBezTo>
                      <a:pt x="13182" y="30134"/>
                      <a:pt x="9485" y="28662"/>
                      <a:pt x="6723" y="25900"/>
                    </a:cubicBezTo>
                    <a:cubicBezTo>
                      <a:pt x="2592" y="21770"/>
                      <a:pt x="1365" y="15566"/>
                      <a:pt x="3595" y="10174"/>
                    </a:cubicBezTo>
                    <a:cubicBezTo>
                      <a:pt x="5824" y="4782"/>
                      <a:pt x="11095" y="1257"/>
                      <a:pt x="16936" y="1257"/>
                    </a:cubicBezTo>
                    <a:close/>
                    <a:moveTo>
                      <a:pt x="16946" y="0"/>
                    </a:moveTo>
                    <a:cubicBezTo>
                      <a:pt x="12857" y="0"/>
                      <a:pt x="8833" y="1595"/>
                      <a:pt x="5824" y="4592"/>
                    </a:cubicBezTo>
                    <a:cubicBezTo>
                      <a:pt x="1348" y="9085"/>
                      <a:pt x="0" y="15842"/>
                      <a:pt x="2437" y="21701"/>
                    </a:cubicBezTo>
                    <a:cubicBezTo>
                      <a:pt x="4856" y="27559"/>
                      <a:pt x="10577" y="31396"/>
                      <a:pt x="16936" y="31396"/>
                    </a:cubicBezTo>
                    <a:cubicBezTo>
                      <a:pt x="25594" y="31378"/>
                      <a:pt x="32610" y="24362"/>
                      <a:pt x="32628" y="15704"/>
                    </a:cubicBezTo>
                    <a:cubicBezTo>
                      <a:pt x="32628" y="9344"/>
                      <a:pt x="28791" y="3624"/>
                      <a:pt x="22933" y="1188"/>
                    </a:cubicBezTo>
                    <a:cubicBezTo>
                      <a:pt x="20997" y="388"/>
                      <a:pt x="18964" y="0"/>
                      <a:pt x="1694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a:p>
            </p:txBody>
          </p:sp>
        </p:grpSp>
        <p:grpSp>
          <p:nvGrpSpPr>
            <p:cNvPr id="29719" name="Group 278">
              <a:extLst>
                <a:ext uri="{FF2B5EF4-FFF2-40B4-BE49-F238E27FC236}">
                  <a16:creationId xmlns:a16="http://schemas.microsoft.com/office/drawing/2014/main" id="{1B329E6E-D9AC-3629-D503-CC46DBD02D7C}"/>
                </a:ext>
              </a:extLst>
            </p:cNvPr>
            <p:cNvGrpSpPr>
              <a:grpSpLocks/>
            </p:cNvGrpSpPr>
            <p:nvPr/>
          </p:nvGrpSpPr>
          <p:grpSpPr bwMode="auto">
            <a:xfrm>
              <a:off x="5212511" y="2117845"/>
              <a:ext cx="919305" cy="907810"/>
              <a:chOff x="3015656" y="3151597"/>
              <a:chExt cx="904579" cy="861646"/>
            </a:xfrm>
          </p:grpSpPr>
          <p:sp>
            <p:nvSpPr>
              <p:cNvPr id="30" name="Google Shape;5332;p62">
                <a:extLst>
                  <a:ext uri="{FF2B5EF4-FFF2-40B4-BE49-F238E27FC236}">
                    <a16:creationId xmlns:a16="http://schemas.microsoft.com/office/drawing/2014/main" id="{10B61E74-098F-1808-2750-D528A0F8940E}"/>
                  </a:ext>
                </a:extLst>
              </p:cNvPr>
              <p:cNvSpPr>
                <a:spLocks/>
              </p:cNvSpPr>
              <p:nvPr/>
            </p:nvSpPr>
            <p:spPr bwMode="auto">
              <a:xfrm>
                <a:off x="3220496" y="3396152"/>
                <a:ext cx="540487" cy="370255"/>
              </a:xfrm>
              <a:custGeom>
                <a:avLst/>
                <a:gdLst>
                  <a:gd name="T0" fmla="*/ 10838 w 11941"/>
                  <a:gd name="T1" fmla="*/ 3529 h 7688"/>
                  <a:gd name="T2" fmla="*/ 11121 w 11941"/>
                  <a:gd name="T3" fmla="*/ 3655 h 7688"/>
                  <a:gd name="T4" fmla="*/ 11184 w 11941"/>
                  <a:gd name="T5" fmla="*/ 3907 h 7688"/>
                  <a:gd name="T6" fmla="*/ 10901 w 11941"/>
                  <a:gd name="T7" fmla="*/ 5703 h 7688"/>
                  <a:gd name="T8" fmla="*/ 10365 w 11941"/>
                  <a:gd name="T9" fmla="*/ 3529 h 7688"/>
                  <a:gd name="T10" fmla="*/ 10838 w 11941"/>
                  <a:gd name="T11" fmla="*/ 3529 h 7688"/>
                  <a:gd name="T12" fmla="*/ 5227 w 11941"/>
                  <a:gd name="T13" fmla="*/ 2768 h 7688"/>
                  <a:gd name="T14" fmla="*/ 5608 w 11941"/>
                  <a:gd name="T15" fmla="*/ 3025 h 7688"/>
                  <a:gd name="T16" fmla="*/ 5892 w 11941"/>
                  <a:gd name="T17" fmla="*/ 4159 h 7688"/>
                  <a:gd name="T18" fmla="*/ 7341 w 11941"/>
                  <a:gd name="T19" fmla="*/ 4159 h 7688"/>
                  <a:gd name="T20" fmla="*/ 7687 w 11941"/>
                  <a:gd name="T21" fmla="*/ 4506 h 7688"/>
                  <a:gd name="T22" fmla="*/ 7341 w 11941"/>
                  <a:gd name="T23" fmla="*/ 4915 h 7688"/>
                  <a:gd name="T24" fmla="*/ 6018 w 11941"/>
                  <a:gd name="T25" fmla="*/ 4915 h 7688"/>
                  <a:gd name="T26" fmla="*/ 6270 w 11941"/>
                  <a:gd name="T27" fmla="*/ 5829 h 7688"/>
                  <a:gd name="T28" fmla="*/ 6018 w 11941"/>
                  <a:gd name="T29" fmla="*/ 6270 h 7688"/>
                  <a:gd name="T30" fmla="*/ 5955 w 11941"/>
                  <a:gd name="T31" fmla="*/ 6270 h 7688"/>
                  <a:gd name="T32" fmla="*/ 5608 w 11941"/>
                  <a:gd name="T33" fmla="*/ 6018 h 7688"/>
                  <a:gd name="T34" fmla="*/ 5324 w 11941"/>
                  <a:gd name="T35" fmla="*/ 4852 h 7688"/>
                  <a:gd name="T36" fmla="*/ 3875 w 11941"/>
                  <a:gd name="T37" fmla="*/ 4852 h 7688"/>
                  <a:gd name="T38" fmla="*/ 3529 w 11941"/>
                  <a:gd name="T39" fmla="*/ 4506 h 7688"/>
                  <a:gd name="T40" fmla="*/ 3875 w 11941"/>
                  <a:gd name="T41" fmla="*/ 4159 h 7688"/>
                  <a:gd name="T42" fmla="*/ 5167 w 11941"/>
                  <a:gd name="T43" fmla="*/ 4159 h 7688"/>
                  <a:gd name="T44" fmla="*/ 4946 w 11941"/>
                  <a:gd name="T45" fmla="*/ 3214 h 7688"/>
                  <a:gd name="T46" fmla="*/ 5167 w 11941"/>
                  <a:gd name="T47" fmla="*/ 2773 h 7688"/>
                  <a:gd name="T48" fmla="*/ 5227 w 11941"/>
                  <a:gd name="T49" fmla="*/ 2768 h 7688"/>
                  <a:gd name="T50" fmla="*/ 3151 w 11941"/>
                  <a:gd name="T51" fmla="*/ 1 h 7688"/>
                  <a:gd name="T52" fmla="*/ 2142 w 11941"/>
                  <a:gd name="T53" fmla="*/ 1040 h 7688"/>
                  <a:gd name="T54" fmla="*/ 2142 w 11941"/>
                  <a:gd name="T55" fmla="*/ 1387 h 7688"/>
                  <a:gd name="T56" fmla="*/ 1103 w 11941"/>
                  <a:gd name="T57" fmla="*/ 1387 h 7688"/>
                  <a:gd name="T58" fmla="*/ 284 w 11941"/>
                  <a:gd name="T59" fmla="*/ 1796 h 7688"/>
                  <a:gd name="T60" fmla="*/ 95 w 11941"/>
                  <a:gd name="T61" fmla="*/ 2679 h 7688"/>
                  <a:gd name="T62" fmla="*/ 1166 w 11941"/>
                  <a:gd name="T63" fmla="*/ 6869 h 7688"/>
                  <a:gd name="T64" fmla="*/ 2174 w 11941"/>
                  <a:gd name="T65" fmla="*/ 7656 h 7688"/>
                  <a:gd name="T66" fmla="*/ 10995 w 11941"/>
                  <a:gd name="T67" fmla="*/ 7688 h 7688"/>
                  <a:gd name="T68" fmla="*/ 11342 w 11941"/>
                  <a:gd name="T69" fmla="*/ 7436 h 7688"/>
                  <a:gd name="T70" fmla="*/ 11909 w 11941"/>
                  <a:gd name="T71" fmla="*/ 4033 h 7688"/>
                  <a:gd name="T72" fmla="*/ 11657 w 11941"/>
                  <a:gd name="T73" fmla="*/ 3214 h 7688"/>
                  <a:gd name="T74" fmla="*/ 10869 w 11941"/>
                  <a:gd name="T75" fmla="*/ 2868 h 7688"/>
                  <a:gd name="T76" fmla="*/ 10208 w 11941"/>
                  <a:gd name="T77" fmla="*/ 2868 h 7688"/>
                  <a:gd name="T78" fmla="*/ 10050 w 11941"/>
                  <a:gd name="T79" fmla="*/ 2269 h 7688"/>
                  <a:gd name="T80" fmla="*/ 9042 w 11941"/>
                  <a:gd name="T81" fmla="*/ 1450 h 7688"/>
                  <a:gd name="T82" fmla="*/ 7530 w 11941"/>
                  <a:gd name="T83" fmla="*/ 1450 h 7688"/>
                  <a:gd name="T84" fmla="*/ 7120 w 11941"/>
                  <a:gd name="T85" fmla="*/ 599 h 7688"/>
                  <a:gd name="T86" fmla="*/ 6175 w 11941"/>
                  <a:gd name="T87" fmla="*/ 1 h 7688"/>
                  <a:gd name="T88" fmla="*/ 3151 w 11941"/>
                  <a:gd name="T89" fmla="*/ 1 h 7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lnTo>
                      <a:pt x="10838"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lnTo>
                      <a:pt x="3151" y="1"/>
                    </a:lnTo>
                    <a:close/>
                  </a:path>
                </a:pathLst>
              </a:custGeom>
              <a:solidFill>
                <a:schemeClr val="bg2">
                  <a:lumMod val="10000"/>
                </a:schemeClr>
              </a:solidFill>
              <a:ln>
                <a:noFill/>
              </a:ln>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lang="ar-SA" sz="2489" dirty="0"/>
              </a:p>
            </p:txBody>
          </p:sp>
          <p:sp>
            <p:nvSpPr>
              <p:cNvPr id="29723" name="Google Shape;590;p49">
                <a:extLst>
                  <a:ext uri="{FF2B5EF4-FFF2-40B4-BE49-F238E27FC236}">
                    <a16:creationId xmlns:a16="http://schemas.microsoft.com/office/drawing/2014/main" id="{FB227AED-542D-A6EF-E0A5-FBBC53736BB6}"/>
                  </a:ext>
                </a:extLst>
              </p:cNvPr>
              <p:cNvSpPr>
                <a:spLocks/>
              </p:cNvSpPr>
              <p:nvPr/>
            </p:nvSpPr>
            <p:spPr bwMode="auto">
              <a:xfrm>
                <a:off x="3015656" y="3151597"/>
                <a:ext cx="904579" cy="861646"/>
              </a:xfrm>
              <a:custGeom>
                <a:avLst/>
                <a:gdLst>
                  <a:gd name="T0" fmla="*/ 13017365 w 32628"/>
                  <a:gd name="T1" fmla="*/ 946779 h 31396"/>
                  <a:gd name="T2" fmla="*/ 24121635 w 32628"/>
                  <a:gd name="T3" fmla="*/ 11828229 h 31396"/>
                  <a:gd name="T4" fmla="*/ 17267844 w 32628"/>
                  <a:gd name="T5" fmla="*/ 21863842 h 31396"/>
                  <a:gd name="T6" fmla="*/ 13021191 w 32628"/>
                  <a:gd name="T7" fmla="*/ 22696863 h 31396"/>
                  <a:gd name="T8" fmla="*/ 5167451 w 32628"/>
                  <a:gd name="T9" fmla="*/ 19507818 h 31396"/>
                  <a:gd name="T10" fmla="*/ 2763197 w 32628"/>
                  <a:gd name="T11" fmla="*/ 7663040 h 31396"/>
                  <a:gd name="T12" fmla="*/ 13017365 w 32628"/>
                  <a:gd name="T13" fmla="*/ 946779 h 31396"/>
                  <a:gd name="T14" fmla="*/ 13025045 w 32628"/>
                  <a:gd name="T15" fmla="*/ 0 h 31396"/>
                  <a:gd name="T16" fmla="*/ 4476457 w 32628"/>
                  <a:gd name="T17" fmla="*/ 3458687 h 31396"/>
                  <a:gd name="T18" fmla="*/ 1873117 w 32628"/>
                  <a:gd name="T19" fmla="*/ 16345147 h 31396"/>
                  <a:gd name="T20" fmla="*/ 13017365 w 32628"/>
                  <a:gd name="T21" fmla="*/ 23647402 h 31396"/>
                  <a:gd name="T22" fmla="*/ 25078557 w 32628"/>
                  <a:gd name="T23" fmla="*/ 11828229 h 31396"/>
                  <a:gd name="T24" fmla="*/ 17626787 w 32628"/>
                  <a:gd name="T25" fmla="*/ 894799 h 31396"/>
                  <a:gd name="T26" fmla="*/ 13025045 w 32628"/>
                  <a:gd name="T27" fmla="*/ 0 h 313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628" h="31396" extrusionOk="0">
                    <a:moveTo>
                      <a:pt x="16936" y="1257"/>
                    </a:moveTo>
                    <a:cubicBezTo>
                      <a:pt x="24903" y="1274"/>
                      <a:pt x="31366" y="7720"/>
                      <a:pt x="31383" y="15704"/>
                    </a:cubicBezTo>
                    <a:cubicBezTo>
                      <a:pt x="31366" y="21545"/>
                      <a:pt x="27858" y="26799"/>
                      <a:pt x="22466" y="29028"/>
                    </a:cubicBezTo>
                    <a:cubicBezTo>
                      <a:pt x="20680" y="29772"/>
                      <a:pt x="18803" y="30134"/>
                      <a:pt x="16941" y="30134"/>
                    </a:cubicBezTo>
                    <a:cubicBezTo>
                      <a:pt x="13182" y="30134"/>
                      <a:pt x="9485" y="28662"/>
                      <a:pt x="6723" y="25900"/>
                    </a:cubicBezTo>
                    <a:cubicBezTo>
                      <a:pt x="2592" y="21770"/>
                      <a:pt x="1365" y="15566"/>
                      <a:pt x="3595" y="10174"/>
                    </a:cubicBezTo>
                    <a:cubicBezTo>
                      <a:pt x="5824" y="4782"/>
                      <a:pt x="11095" y="1257"/>
                      <a:pt x="16936" y="1257"/>
                    </a:cubicBezTo>
                    <a:close/>
                    <a:moveTo>
                      <a:pt x="16946" y="0"/>
                    </a:moveTo>
                    <a:cubicBezTo>
                      <a:pt x="12857" y="0"/>
                      <a:pt x="8833" y="1595"/>
                      <a:pt x="5824" y="4592"/>
                    </a:cubicBezTo>
                    <a:cubicBezTo>
                      <a:pt x="1348" y="9085"/>
                      <a:pt x="0" y="15842"/>
                      <a:pt x="2437" y="21701"/>
                    </a:cubicBezTo>
                    <a:cubicBezTo>
                      <a:pt x="4856" y="27559"/>
                      <a:pt x="10577" y="31396"/>
                      <a:pt x="16936" y="31396"/>
                    </a:cubicBezTo>
                    <a:cubicBezTo>
                      <a:pt x="25594" y="31378"/>
                      <a:pt x="32610" y="24362"/>
                      <a:pt x="32628" y="15704"/>
                    </a:cubicBezTo>
                    <a:cubicBezTo>
                      <a:pt x="32628" y="9344"/>
                      <a:pt x="28791" y="3624"/>
                      <a:pt x="22933" y="1188"/>
                    </a:cubicBezTo>
                    <a:cubicBezTo>
                      <a:pt x="20997" y="388"/>
                      <a:pt x="18964" y="0"/>
                      <a:pt x="1694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a:p>
            </p:txBody>
          </p:sp>
        </p:grpSp>
        <p:grpSp>
          <p:nvGrpSpPr>
            <p:cNvPr id="31" name="Google Shape;781;p55">
              <a:extLst>
                <a:ext uri="{FF2B5EF4-FFF2-40B4-BE49-F238E27FC236}">
                  <a16:creationId xmlns:a16="http://schemas.microsoft.com/office/drawing/2014/main" id="{C92B04EC-8410-3583-6403-F5764880F3FC}"/>
                </a:ext>
              </a:extLst>
            </p:cNvPr>
            <p:cNvGrpSpPr/>
            <p:nvPr/>
          </p:nvGrpSpPr>
          <p:grpSpPr>
            <a:xfrm>
              <a:off x="2022064" y="2271913"/>
              <a:ext cx="1023519" cy="479128"/>
              <a:chOff x="4920150" y="1977875"/>
              <a:chExt cx="68525" cy="33800"/>
            </a:xfrm>
            <a:solidFill>
              <a:schemeClr val="tx1"/>
            </a:solidFill>
          </p:grpSpPr>
          <p:sp>
            <p:nvSpPr>
              <p:cNvPr id="32" name="Google Shape;782;p55">
                <a:extLst>
                  <a:ext uri="{FF2B5EF4-FFF2-40B4-BE49-F238E27FC236}">
                    <a16:creationId xmlns:a16="http://schemas.microsoft.com/office/drawing/2014/main" id="{043F4207-2ED8-583F-E7C2-4EAC1EE2E762}"/>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dirty="0">
                  <a:latin typeface="Arial"/>
                  <a:ea typeface="Arial"/>
                  <a:cs typeface="Arial"/>
                  <a:sym typeface="Arial"/>
                </a:endParaRPr>
              </a:p>
            </p:txBody>
          </p:sp>
          <p:sp>
            <p:nvSpPr>
              <p:cNvPr id="33" name="Google Shape;783;p55">
                <a:extLst>
                  <a:ext uri="{FF2B5EF4-FFF2-40B4-BE49-F238E27FC236}">
                    <a16:creationId xmlns:a16="http://schemas.microsoft.com/office/drawing/2014/main" id="{EB5FA342-7A38-DED6-1D1B-1BFB0035759F}"/>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34" name="Google Shape;784;p55">
                <a:extLst>
                  <a:ext uri="{FF2B5EF4-FFF2-40B4-BE49-F238E27FC236}">
                    <a16:creationId xmlns:a16="http://schemas.microsoft.com/office/drawing/2014/main" id="{E1918FE5-9477-4FC1-3F7F-7EA2AE8110E9}"/>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grpSp>
        <p:grpSp>
          <p:nvGrpSpPr>
            <p:cNvPr id="35" name="Google Shape;781;p55">
              <a:extLst>
                <a:ext uri="{FF2B5EF4-FFF2-40B4-BE49-F238E27FC236}">
                  <a16:creationId xmlns:a16="http://schemas.microsoft.com/office/drawing/2014/main" id="{7EBF2E87-D749-BE33-F89E-517B3716AE9E}"/>
                </a:ext>
              </a:extLst>
            </p:cNvPr>
            <p:cNvGrpSpPr/>
            <p:nvPr/>
          </p:nvGrpSpPr>
          <p:grpSpPr>
            <a:xfrm>
              <a:off x="4154684" y="2319755"/>
              <a:ext cx="1023519" cy="479128"/>
              <a:chOff x="4920150" y="1977875"/>
              <a:chExt cx="68525" cy="33800"/>
            </a:xfrm>
            <a:solidFill>
              <a:schemeClr val="tx1"/>
            </a:solidFill>
          </p:grpSpPr>
          <p:sp>
            <p:nvSpPr>
              <p:cNvPr id="36" name="Google Shape;782;p55">
                <a:extLst>
                  <a:ext uri="{FF2B5EF4-FFF2-40B4-BE49-F238E27FC236}">
                    <a16:creationId xmlns:a16="http://schemas.microsoft.com/office/drawing/2014/main" id="{3D27FA4F-16B0-E99D-32D8-3D5DE374632B}"/>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37" name="Google Shape;783;p55">
                <a:extLst>
                  <a:ext uri="{FF2B5EF4-FFF2-40B4-BE49-F238E27FC236}">
                    <a16:creationId xmlns:a16="http://schemas.microsoft.com/office/drawing/2014/main" id="{3D358D7F-D9FC-E391-56CF-B9BE75EA180E}"/>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sp>
            <p:nvSpPr>
              <p:cNvPr id="38" name="Google Shape;784;p55">
                <a:extLst>
                  <a:ext uri="{FF2B5EF4-FFF2-40B4-BE49-F238E27FC236}">
                    <a16:creationId xmlns:a16="http://schemas.microsoft.com/office/drawing/2014/main" id="{5575D22B-B6B4-96AA-F55C-52687105330D}"/>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fontAlgn="auto" hangingPunct="1">
                  <a:spcBef>
                    <a:spcPts val="0"/>
                  </a:spcBef>
                  <a:spcAft>
                    <a:spcPts val="0"/>
                  </a:spcAft>
                  <a:buClr>
                    <a:srgbClr val="000000"/>
                  </a:buClr>
                  <a:buFont typeface="Arial"/>
                  <a:buNone/>
                  <a:defRPr/>
                </a:pPr>
                <a:endParaRPr sz="2489" kern="0">
                  <a:latin typeface="Arial"/>
                  <a:ea typeface="Arial"/>
                  <a:cs typeface="Arial"/>
                  <a:sym typeface="Arial"/>
                </a:endParaRPr>
              </a:p>
            </p:txBody>
          </p:sp>
        </p:grpSp>
      </p:grpSp>
      <p:pic>
        <p:nvPicPr>
          <p:cNvPr id="29702" name="Picture 51" descr="A red x symbol on a white background&#10;&#10;Description automatically generated">
            <a:extLst>
              <a:ext uri="{FF2B5EF4-FFF2-40B4-BE49-F238E27FC236}">
                <a16:creationId xmlns:a16="http://schemas.microsoft.com/office/drawing/2014/main" id="{7B991722-2B5C-BED4-B71F-5765EC57E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030" y="1301158"/>
            <a:ext cx="934566" cy="10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5" name="Google Shape;590;p49">
            <a:extLst>
              <a:ext uri="{FF2B5EF4-FFF2-40B4-BE49-F238E27FC236}">
                <a16:creationId xmlns:a16="http://schemas.microsoft.com/office/drawing/2014/main" id="{A0861237-B0EC-4569-28DB-0652393EE805}"/>
              </a:ext>
            </a:extLst>
          </p:cNvPr>
          <p:cNvSpPr>
            <a:spLocks/>
          </p:cNvSpPr>
          <p:nvPr/>
        </p:nvSpPr>
        <p:spPr bwMode="auto">
          <a:xfrm>
            <a:off x="3970867" y="4312968"/>
            <a:ext cx="1206500" cy="1147233"/>
          </a:xfrm>
          <a:custGeom>
            <a:avLst/>
            <a:gdLst>
              <a:gd name="T0" fmla="*/ 13025868 w 32628"/>
              <a:gd name="T1" fmla="*/ 944094 h 31396"/>
              <a:gd name="T2" fmla="*/ 24137405 w 32628"/>
              <a:gd name="T3" fmla="*/ 11794723 h 31396"/>
              <a:gd name="T4" fmla="*/ 17279124 w 32628"/>
              <a:gd name="T5" fmla="*/ 21801919 h 31396"/>
              <a:gd name="T6" fmla="*/ 13029723 w 32628"/>
              <a:gd name="T7" fmla="*/ 22632581 h 31396"/>
              <a:gd name="T8" fmla="*/ 5170833 w 32628"/>
              <a:gd name="T9" fmla="*/ 19452577 h 31396"/>
              <a:gd name="T10" fmla="*/ 2764988 w 32628"/>
              <a:gd name="T11" fmla="*/ 7641328 h 31396"/>
              <a:gd name="T12" fmla="*/ 13025868 w 32628"/>
              <a:gd name="T13" fmla="*/ 944094 h 31396"/>
              <a:gd name="T14" fmla="*/ 13033578 w 32628"/>
              <a:gd name="T15" fmla="*/ 0 h 31396"/>
              <a:gd name="T16" fmla="*/ 4479364 w 32628"/>
              <a:gd name="T17" fmla="*/ 3448880 h 31396"/>
              <a:gd name="T18" fmla="*/ 1874368 w 32628"/>
              <a:gd name="T19" fmla="*/ 16298855 h 31396"/>
              <a:gd name="T20" fmla="*/ 13025868 w 32628"/>
              <a:gd name="T21" fmla="*/ 23580430 h 31396"/>
              <a:gd name="T22" fmla="*/ 25094973 w 32628"/>
              <a:gd name="T23" fmla="*/ 11794723 h 31396"/>
              <a:gd name="T24" fmla="*/ 17638323 w 32628"/>
              <a:gd name="T25" fmla="*/ 892270 h 31396"/>
              <a:gd name="T26" fmla="*/ 13033578 w 32628"/>
              <a:gd name="T27" fmla="*/ 0 h 313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628" h="31396" extrusionOk="0">
                <a:moveTo>
                  <a:pt x="16936" y="1257"/>
                </a:moveTo>
                <a:cubicBezTo>
                  <a:pt x="24903" y="1274"/>
                  <a:pt x="31366" y="7720"/>
                  <a:pt x="31383" y="15704"/>
                </a:cubicBezTo>
                <a:cubicBezTo>
                  <a:pt x="31366" y="21545"/>
                  <a:pt x="27858" y="26799"/>
                  <a:pt x="22466" y="29028"/>
                </a:cubicBezTo>
                <a:cubicBezTo>
                  <a:pt x="20680" y="29772"/>
                  <a:pt x="18803" y="30134"/>
                  <a:pt x="16941" y="30134"/>
                </a:cubicBezTo>
                <a:cubicBezTo>
                  <a:pt x="13182" y="30134"/>
                  <a:pt x="9485" y="28662"/>
                  <a:pt x="6723" y="25900"/>
                </a:cubicBezTo>
                <a:cubicBezTo>
                  <a:pt x="2592" y="21770"/>
                  <a:pt x="1365" y="15566"/>
                  <a:pt x="3595" y="10174"/>
                </a:cubicBezTo>
                <a:cubicBezTo>
                  <a:pt x="5824" y="4782"/>
                  <a:pt x="11095" y="1257"/>
                  <a:pt x="16936" y="1257"/>
                </a:cubicBezTo>
                <a:close/>
                <a:moveTo>
                  <a:pt x="16946" y="0"/>
                </a:moveTo>
                <a:cubicBezTo>
                  <a:pt x="12857" y="0"/>
                  <a:pt x="8833" y="1595"/>
                  <a:pt x="5824" y="4592"/>
                </a:cubicBezTo>
                <a:cubicBezTo>
                  <a:pt x="1348" y="9085"/>
                  <a:pt x="0" y="15842"/>
                  <a:pt x="2437" y="21701"/>
                </a:cubicBezTo>
                <a:cubicBezTo>
                  <a:pt x="4856" y="27559"/>
                  <a:pt x="10577" y="31396"/>
                  <a:pt x="16936" y="31396"/>
                </a:cubicBezTo>
                <a:cubicBezTo>
                  <a:pt x="25594" y="31378"/>
                  <a:pt x="32610" y="24362"/>
                  <a:pt x="32628" y="15704"/>
                </a:cubicBezTo>
                <a:cubicBezTo>
                  <a:pt x="32628" y="9344"/>
                  <a:pt x="28791" y="3624"/>
                  <a:pt x="22933" y="1188"/>
                </a:cubicBezTo>
                <a:cubicBezTo>
                  <a:pt x="20997" y="388"/>
                  <a:pt x="18964" y="0"/>
                  <a:pt x="1694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a:p>
        </p:txBody>
      </p:sp>
      <p:sp>
        <p:nvSpPr>
          <p:cNvPr id="29706" name="Google Shape;590;p49">
            <a:extLst>
              <a:ext uri="{FF2B5EF4-FFF2-40B4-BE49-F238E27FC236}">
                <a16:creationId xmlns:a16="http://schemas.microsoft.com/office/drawing/2014/main" id="{04A8DDFF-3D83-65E2-DE7E-AB69E939504D}"/>
              </a:ext>
            </a:extLst>
          </p:cNvPr>
          <p:cNvSpPr>
            <a:spLocks/>
          </p:cNvSpPr>
          <p:nvPr/>
        </p:nvSpPr>
        <p:spPr bwMode="auto">
          <a:xfrm>
            <a:off x="6701367" y="4262167"/>
            <a:ext cx="1206500" cy="1149351"/>
          </a:xfrm>
          <a:custGeom>
            <a:avLst/>
            <a:gdLst>
              <a:gd name="T0" fmla="*/ 13025868 w 32628"/>
              <a:gd name="T1" fmla="*/ 947566 h 31396"/>
              <a:gd name="T2" fmla="*/ 24137405 w 32628"/>
              <a:gd name="T3" fmla="*/ 11838292 h 31396"/>
              <a:gd name="T4" fmla="*/ 17279124 w 32628"/>
              <a:gd name="T5" fmla="*/ 21882434 h 31396"/>
              <a:gd name="T6" fmla="*/ 13029723 w 32628"/>
              <a:gd name="T7" fmla="*/ 22716168 h 31396"/>
              <a:gd name="T8" fmla="*/ 5170833 w 32628"/>
              <a:gd name="T9" fmla="*/ 19524419 h 31396"/>
              <a:gd name="T10" fmla="*/ 2764988 w 32628"/>
              <a:gd name="T11" fmla="*/ 7669543 h 31396"/>
              <a:gd name="T12" fmla="*/ 13025868 w 32628"/>
              <a:gd name="T13" fmla="*/ 947566 h 31396"/>
              <a:gd name="T14" fmla="*/ 13033578 w 32628"/>
              <a:gd name="T15" fmla="*/ 0 h 31396"/>
              <a:gd name="T16" fmla="*/ 4479364 w 32628"/>
              <a:gd name="T17" fmla="*/ 3461615 h 31396"/>
              <a:gd name="T18" fmla="*/ 1874368 w 32628"/>
              <a:gd name="T19" fmla="*/ 16359055 h 31396"/>
              <a:gd name="T20" fmla="*/ 13025868 w 32628"/>
              <a:gd name="T21" fmla="*/ 23667523 h 31396"/>
              <a:gd name="T22" fmla="*/ 25094973 w 32628"/>
              <a:gd name="T23" fmla="*/ 11838292 h 31396"/>
              <a:gd name="T24" fmla="*/ 17638323 w 32628"/>
              <a:gd name="T25" fmla="*/ 895564 h 31396"/>
              <a:gd name="T26" fmla="*/ 13033578 w 32628"/>
              <a:gd name="T27" fmla="*/ 0 h 313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628" h="31396" extrusionOk="0">
                <a:moveTo>
                  <a:pt x="16936" y="1257"/>
                </a:moveTo>
                <a:cubicBezTo>
                  <a:pt x="24903" y="1274"/>
                  <a:pt x="31366" y="7720"/>
                  <a:pt x="31383" y="15704"/>
                </a:cubicBezTo>
                <a:cubicBezTo>
                  <a:pt x="31366" y="21545"/>
                  <a:pt x="27858" y="26799"/>
                  <a:pt x="22466" y="29028"/>
                </a:cubicBezTo>
                <a:cubicBezTo>
                  <a:pt x="20680" y="29772"/>
                  <a:pt x="18803" y="30134"/>
                  <a:pt x="16941" y="30134"/>
                </a:cubicBezTo>
                <a:cubicBezTo>
                  <a:pt x="13182" y="30134"/>
                  <a:pt x="9485" y="28662"/>
                  <a:pt x="6723" y="25900"/>
                </a:cubicBezTo>
                <a:cubicBezTo>
                  <a:pt x="2592" y="21770"/>
                  <a:pt x="1365" y="15566"/>
                  <a:pt x="3595" y="10174"/>
                </a:cubicBezTo>
                <a:cubicBezTo>
                  <a:pt x="5824" y="4782"/>
                  <a:pt x="11095" y="1257"/>
                  <a:pt x="16936" y="1257"/>
                </a:cubicBezTo>
                <a:close/>
                <a:moveTo>
                  <a:pt x="16946" y="0"/>
                </a:moveTo>
                <a:cubicBezTo>
                  <a:pt x="12857" y="0"/>
                  <a:pt x="8833" y="1595"/>
                  <a:pt x="5824" y="4592"/>
                </a:cubicBezTo>
                <a:cubicBezTo>
                  <a:pt x="1348" y="9085"/>
                  <a:pt x="0" y="15842"/>
                  <a:pt x="2437" y="21701"/>
                </a:cubicBezTo>
                <a:cubicBezTo>
                  <a:pt x="4856" y="27559"/>
                  <a:pt x="10577" y="31396"/>
                  <a:pt x="16936" y="31396"/>
                </a:cubicBezTo>
                <a:cubicBezTo>
                  <a:pt x="25594" y="31378"/>
                  <a:pt x="32610" y="24362"/>
                  <a:pt x="32628" y="15704"/>
                </a:cubicBezTo>
                <a:cubicBezTo>
                  <a:pt x="32628" y="9344"/>
                  <a:pt x="28791" y="3624"/>
                  <a:pt x="22933" y="1188"/>
                </a:cubicBezTo>
                <a:cubicBezTo>
                  <a:pt x="20997" y="388"/>
                  <a:pt x="18964" y="0"/>
                  <a:pt x="1694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ar-SA" sz="2489"/>
          </a:p>
        </p:txBody>
      </p:sp>
      <p:grpSp>
        <p:nvGrpSpPr>
          <p:cNvPr id="34833" name="Google Shape;11393;p67">
            <a:extLst>
              <a:ext uri="{FF2B5EF4-FFF2-40B4-BE49-F238E27FC236}">
                <a16:creationId xmlns:a16="http://schemas.microsoft.com/office/drawing/2014/main" id="{839E6C29-4DFC-4422-0330-7798708CBAD5}"/>
              </a:ext>
            </a:extLst>
          </p:cNvPr>
          <p:cNvGrpSpPr/>
          <p:nvPr/>
        </p:nvGrpSpPr>
        <p:grpSpPr>
          <a:xfrm>
            <a:off x="4443488" y="4635142"/>
            <a:ext cx="376232" cy="474313"/>
            <a:chOff x="7144274" y="1500214"/>
            <a:chExt cx="282174" cy="355735"/>
          </a:xfrm>
          <a:solidFill>
            <a:schemeClr val="bg2">
              <a:lumMod val="10000"/>
            </a:schemeClr>
          </a:solidFill>
        </p:grpSpPr>
        <p:sp>
          <p:nvSpPr>
            <p:cNvPr id="34834" name="Google Shape;11394;p67">
              <a:extLst>
                <a:ext uri="{FF2B5EF4-FFF2-40B4-BE49-F238E27FC236}">
                  <a16:creationId xmlns:a16="http://schemas.microsoft.com/office/drawing/2014/main" id="{D12DEDB1-2A64-FFA2-05DE-65D7DF60C795}"/>
                </a:ext>
              </a:extLst>
            </p:cNvPr>
            <p:cNvSpPr/>
            <p:nvPr/>
          </p:nvSpPr>
          <p:spPr>
            <a:xfrm>
              <a:off x="7245745" y="1613375"/>
              <a:ext cx="10613" cy="16252"/>
            </a:xfrm>
            <a:custGeom>
              <a:avLst/>
              <a:gdLst/>
              <a:ahLst/>
              <a:cxnLst/>
              <a:rect l="l" t="t" r="r" b="b"/>
              <a:pathLst>
                <a:path w="335" h="513" extrusionOk="0">
                  <a:moveTo>
                    <a:pt x="167" y="0"/>
                  </a:moveTo>
                  <a:cubicBezTo>
                    <a:pt x="72" y="0"/>
                    <a:pt x="1" y="72"/>
                    <a:pt x="1" y="167"/>
                  </a:cubicBezTo>
                  <a:lnTo>
                    <a:pt x="1" y="346"/>
                  </a:lnTo>
                  <a:cubicBezTo>
                    <a:pt x="1" y="429"/>
                    <a:pt x="72" y="512"/>
                    <a:pt x="167" y="512"/>
                  </a:cubicBezTo>
                  <a:cubicBezTo>
                    <a:pt x="251" y="512"/>
                    <a:pt x="334" y="429"/>
                    <a:pt x="334" y="346"/>
                  </a:cubicBezTo>
                  <a:lnTo>
                    <a:pt x="334" y="167"/>
                  </a:lnTo>
                  <a:cubicBezTo>
                    <a:pt x="334" y="72"/>
                    <a:pt x="251" y="0"/>
                    <a:pt x="167" y="0"/>
                  </a:cubicBezTo>
                  <a:close/>
                </a:path>
              </a:pathLst>
            </a:custGeom>
            <a:grpFill/>
            <a:ln w="3175">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835" name="Google Shape;11395;p67">
              <a:extLst>
                <a:ext uri="{FF2B5EF4-FFF2-40B4-BE49-F238E27FC236}">
                  <a16:creationId xmlns:a16="http://schemas.microsoft.com/office/drawing/2014/main" id="{DFE39FF2-4853-DD14-B90D-0AE71CD75D7E}"/>
                </a:ext>
              </a:extLst>
            </p:cNvPr>
            <p:cNvSpPr/>
            <p:nvPr/>
          </p:nvSpPr>
          <p:spPr>
            <a:xfrm>
              <a:off x="7313635" y="1613375"/>
              <a:ext cx="10613" cy="16252"/>
            </a:xfrm>
            <a:custGeom>
              <a:avLst/>
              <a:gdLst/>
              <a:ahLst/>
              <a:cxnLst/>
              <a:rect l="l" t="t" r="r" b="b"/>
              <a:pathLst>
                <a:path w="335" h="513" extrusionOk="0">
                  <a:moveTo>
                    <a:pt x="168" y="0"/>
                  </a:moveTo>
                  <a:cubicBezTo>
                    <a:pt x="72" y="0"/>
                    <a:pt x="1" y="72"/>
                    <a:pt x="1" y="167"/>
                  </a:cubicBezTo>
                  <a:lnTo>
                    <a:pt x="1" y="346"/>
                  </a:lnTo>
                  <a:cubicBezTo>
                    <a:pt x="1" y="429"/>
                    <a:pt x="72" y="512"/>
                    <a:pt x="168" y="512"/>
                  </a:cubicBezTo>
                  <a:cubicBezTo>
                    <a:pt x="251" y="512"/>
                    <a:pt x="334" y="429"/>
                    <a:pt x="334" y="346"/>
                  </a:cubicBezTo>
                  <a:lnTo>
                    <a:pt x="334" y="167"/>
                  </a:lnTo>
                  <a:cubicBezTo>
                    <a:pt x="334" y="72"/>
                    <a:pt x="251" y="0"/>
                    <a:pt x="168" y="0"/>
                  </a:cubicBezTo>
                  <a:close/>
                </a:path>
              </a:pathLst>
            </a:custGeom>
            <a:grpFill/>
            <a:ln w="3175">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836" name="Google Shape;11396;p67">
              <a:extLst>
                <a:ext uri="{FF2B5EF4-FFF2-40B4-BE49-F238E27FC236}">
                  <a16:creationId xmlns:a16="http://schemas.microsoft.com/office/drawing/2014/main" id="{7A5D8AC5-429C-2F87-3C39-1D5DCF77EAC0}"/>
                </a:ext>
              </a:extLst>
            </p:cNvPr>
            <p:cNvSpPr/>
            <p:nvPr/>
          </p:nvSpPr>
          <p:spPr>
            <a:xfrm>
              <a:off x="7262345" y="1653070"/>
              <a:ext cx="45302" cy="16157"/>
            </a:xfrm>
            <a:custGeom>
              <a:avLst/>
              <a:gdLst/>
              <a:ahLst/>
              <a:cxnLst/>
              <a:rect l="l" t="t" r="r" b="b"/>
              <a:pathLst>
                <a:path w="1430" h="510" extrusionOk="0">
                  <a:moveTo>
                    <a:pt x="184" y="0"/>
                  </a:moveTo>
                  <a:cubicBezTo>
                    <a:pt x="140" y="0"/>
                    <a:pt x="96" y="15"/>
                    <a:pt x="60" y="45"/>
                  </a:cubicBezTo>
                  <a:cubicBezTo>
                    <a:pt x="1" y="105"/>
                    <a:pt x="1" y="212"/>
                    <a:pt x="60" y="283"/>
                  </a:cubicBezTo>
                  <a:cubicBezTo>
                    <a:pt x="203" y="426"/>
                    <a:pt x="441" y="509"/>
                    <a:pt x="715" y="509"/>
                  </a:cubicBezTo>
                  <a:cubicBezTo>
                    <a:pt x="977" y="509"/>
                    <a:pt x="1215" y="414"/>
                    <a:pt x="1370" y="283"/>
                  </a:cubicBezTo>
                  <a:cubicBezTo>
                    <a:pt x="1429" y="212"/>
                    <a:pt x="1429" y="105"/>
                    <a:pt x="1370" y="45"/>
                  </a:cubicBezTo>
                  <a:cubicBezTo>
                    <a:pt x="1340" y="15"/>
                    <a:pt x="1298" y="0"/>
                    <a:pt x="1255" y="0"/>
                  </a:cubicBezTo>
                  <a:cubicBezTo>
                    <a:pt x="1212" y="0"/>
                    <a:pt x="1167" y="15"/>
                    <a:pt x="1132" y="45"/>
                  </a:cubicBezTo>
                  <a:cubicBezTo>
                    <a:pt x="1072" y="105"/>
                    <a:pt x="917" y="176"/>
                    <a:pt x="715" y="176"/>
                  </a:cubicBezTo>
                  <a:cubicBezTo>
                    <a:pt x="501" y="176"/>
                    <a:pt x="358" y="105"/>
                    <a:pt x="298" y="45"/>
                  </a:cubicBezTo>
                  <a:cubicBezTo>
                    <a:pt x="268" y="15"/>
                    <a:pt x="227" y="0"/>
                    <a:pt x="184" y="0"/>
                  </a:cubicBezTo>
                  <a:close/>
                </a:path>
              </a:pathLst>
            </a:custGeom>
            <a:grpFill/>
            <a:ln w="3175">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837" name="Google Shape;11397;p67">
              <a:extLst>
                <a:ext uri="{FF2B5EF4-FFF2-40B4-BE49-F238E27FC236}">
                  <a16:creationId xmlns:a16="http://schemas.microsoft.com/office/drawing/2014/main" id="{06284888-E798-1B39-C68B-1E964850DC81}"/>
                </a:ext>
              </a:extLst>
            </p:cNvPr>
            <p:cNvSpPr/>
            <p:nvPr/>
          </p:nvSpPr>
          <p:spPr>
            <a:xfrm>
              <a:off x="7144274" y="1500214"/>
              <a:ext cx="282174" cy="355735"/>
            </a:xfrm>
            <a:custGeom>
              <a:avLst/>
              <a:gdLst/>
              <a:ahLst/>
              <a:cxnLst/>
              <a:rect l="l" t="t" r="r" b="b"/>
              <a:pathLst>
                <a:path w="8907" h="11229" extrusionOk="0">
                  <a:moveTo>
                    <a:pt x="7299" y="334"/>
                  </a:moveTo>
                  <a:cubicBezTo>
                    <a:pt x="7228" y="1048"/>
                    <a:pt x="6597" y="1608"/>
                    <a:pt x="5871" y="1608"/>
                  </a:cubicBezTo>
                  <a:lnTo>
                    <a:pt x="2656" y="1608"/>
                  </a:lnTo>
                  <a:cubicBezTo>
                    <a:pt x="2561" y="1608"/>
                    <a:pt x="2489" y="1679"/>
                    <a:pt x="2489" y="1775"/>
                  </a:cubicBezTo>
                  <a:cubicBezTo>
                    <a:pt x="2489" y="1858"/>
                    <a:pt x="2561" y="1941"/>
                    <a:pt x="2656" y="1941"/>
                  </a:cubicBezTo>
                  <a:lnTo>
                    <a:pt x="5871" y="1941"/>
                  </a:lnTo>
                  <a:cubicBezTo>
                    <a:pt x="6192" y="1941"/>
                    <a:pt x="6514" y="1846"/>
                    <a:pt x="6776" y="1679"/>
                  </a:cubicBezTo>
                  <a:lnTo>
                    <a:pt x="6776" y="3560"/>
                  </a:lnTo>
                  <a:cubicBezTo>
                    <a:pt x="6776" y="3644"/>
                    <a:pt x="6847" y="3727"/>
                    <a:pt x="6942" y="3727"/>
                  </a:cubicBezTo>
                  <a:lnTo>
                    <a:pt x="7026" y="3727"/>
                  </a:lnTo>
                  <a:cubicBezTo>
                    <a:pt x="7109" y="3727"/>
                    <a:pt x="7180" y="3751"/>
                    <a:pt x="7240" y="3810"/>
                  </a:cubicBezTo>
                  <a:cubicBezTo>
                    <a:pt x="7299" y="3870"/>
                    <a:pt x="7311" y="3941"/>
                    <a:pt x="7311" y="4037"/>
                  </a:cubicBezTo>
                  <a:cubicBezTo>
                    <a:pt x="7299" y="4180"/>
                    <a:pt x="7168" y="4287"/>
                    <a:pt x="7002" y="4287"/>
                  </a:cubicBezTo>
                  <a:lnTo>
                    <a:pt x="6930" y="4287"/>
                  </a:lnTo>
                  <a:lnTo>
                    <a:pt x="6930" y="4275"/>
                  </a:lnTo>
                  <a:cubicBezTo>
                    <a:pt x="6930" y="4180"/>
                    <a:pt x="6847" y="4108"/>
                    <a:pt x="6764" y="4108"/>
                  </a:cubicBezTo>
                  <a:cubicBezTo>
                    <a:pt x="6668" y="4108"/>
                    <a:pt x="6597" y="4180"/>
                    <a:pt x="6597" y="4275"/>
                  </a:cubicBezTo>
                  <a:cubicBezTo>
                    <a:pt x="6597" y="5465"/>
                    <a:pt x="5633" y="6430"/>
                    <a:pt x="4442" y="6430"/>
                  </a:cubicBezTo>
                  <a:cubicBezTo>
                    <a:pt x="3251" y="6430"/>
                    <a:pt x="2287" y="5465"/>
                    <a:pt x="2287" y="4275"/>
                  </a:cubicBezTo>
                  <a:cubicBezTo>
                    <a:pt x="2287" y="4180"/>
                    <a:pt x="2204" y="4108"/>
                    <a:pt x="2120" y="4108"/>
                  </a:cubicBezTo>
                  <a:cubicBezTo>
                    <a:pt x="2025" y="4108"/>
                    <a:pt x="1954" y="4180"/>
                    <a:pt x="1954" y="4275"/>
                  </a:cubicBezTo>
                  <a:lnTo>
                    <a:pt x="1954" y="4287"/>
                  </a:lnTo>
                  <a:lnTo>
                    <a:pt x="1846" y="4287"/>
                  </a:lnTo>
                  <a:cubicBezTo>
                    <a:pt x="1775" y="4287"/>
                    <a:pt x="1704" y="4263"/>
                    <a:pt x="1644" y="4203"/>
                  </a:cubicBezTo>
                  <a:cubicBezTo>
                    <a:pt x="1584" y="4144"/>
                    <a:pt x="1573" y="4061"/>
                    <a:pt x="1573" y="3977"/>
                  </a:cubicBezTo>
                  <a:cubicBezTo>
                    <a:pt x="1584" y="3822"/>
                    <a:pt x="1715" y="3727"/>
                    <a:pt x="1882" y="3727"/>
                  </a:cubicBezTo>
                  <a:lnTo>
                    <a:pt x="1942" y="3727"/>
                  </a:lnTo>
                  <a:cubicBezTo>
                    <a:pt x="2025" y="3727"/>
                    <a:pt x="2108" y="3644"/>
                    <a:pt x="2108" y="3560"/>
                  </a:cubicBezTo>
                  <a:lnTo>
                    <a:pt x="2108" y="1775"/>
                  </a:lnTo>
                  <a:cubicBezTo>
                    <a:pt x="2108" y="989"/>
                    <a:pt x="2739" y="334"/>
                    <a:pt x="3549" y="334"/>
                  </a:cubicBezTo>
                  <a:close/>
                  <a:moveTo>
                    <a:pt x="3025" y="6763"/>
                  </a:moveTo>
                  <a:lnTo>
                    <a:pt x="3025" y="7085"/>
                  </a:lnTo>
                  <a:cubicBezTo>
                    <a:pt x="3025" y="7239"/>
                    <a:pt x="2918" y="7382"/>
                    <a:pt x="2787" y="7430"/>
                  </a:cubicBezTo>
                  <a:lnTo>
                    <a:pt x="2406" y="7180"/>
                  </a:lnTo>
                  <a:cubicBezTo>
                    <a:pt x="2299" y="7097"/>
                    <a:pt x="2287" y="7001"/>
                    <a:pt x="2311" y="6918"/>
                  </a:cubicBezTo>
                  <a:cubicBezTo>
                    <a:pt x="2346" y="6847"/>
                    <a:pt x="2406" y="6763"/>
                    <a:pt x="2537" y="6763"/>
                  </a:cubicBezTo>
                  <a:close/>
                  <a:moveTo>
                    <a:pt x="6359" y="6763"/>
                  </a:moveTo>
                  <a:cubicBezTo>
                    <a:pt x="6478" y="6763"/>
                    <a:pt x="6549" y="6847"/>
                    <a:pt x="6585" y="6918"/>
                  </a:cubicBezTo>
                  <a:cubicBezTo>
                    <a:pt x="6609" y="7001"/>
                    <a:pt x="6597" y="7120"/>
                    <a:pt x="6490" y="7180"/>
                  </a:cubicBezTo>
                  <a:lnTo>
                    <a:pt x="6109" y="7430"/>
                  </a:lnTo>
                  <a:cubicBezTo>
                    <a:pt x="5954" y="7382"/>
                    <a:pt x="5859" y="7239"/>
                    <a:pt x="5859" y="7085"/>
                  </a:cubicBezTo>
                  <a:lnTo>
                    <a:pt x="5859" y="6763"/>
                  </a:lnTo>
                  <a:close/>
                  <a:moveTo>
                    <a:pt x="6371" y="6216"/>
                  </a:moveTo>
                  <a:cubicBezTo>
                    <a:pt x="6883" y="6216"/>
                    <a:pt x="7276" y="6620"/>
                    <a:pt x="7276" y="7132"/>
                  </a:cubicBezTo>
                  <a:cubicBezTo>
                    <a:pt x="7311" y="8156"/>
                    <a:pt x="6514" y="9025"/>
                    <a:pt x="5502" y="9097"/>
                  </a:cubicBezTo>
                  <a:lnTo>
                    <a:pt x="5502" y="8918"/>
                  </a:lnTo>
                  <a:cubicBezTo>
                    <a:pt x="5502" y="8823"/>
                    <a:pt x="5418" y="8752"/>
                    <a:pt x="5335" y="8752"/>
                  </a:cubicBezTo>
                  <a:cubicBezTo>
                    <a:pt x="5240" y="8752"/>
                    <a:pt x="5168" y="8823"/>
                    <a:pt x="5168" y="8918"/>
                  </a:cubicBezTo>
                  <a:lnTo>
                    <a:pt x="5168" y="9109"/>
                  </a:lnTo>
                  <a:lnTo>
                    <a:pt x="3716" y="9109"/>
                  </a:lnTo>
                  <a:lnTo>
                    <a:pt x="3716" y="8918"/>
                  </a:lnTo>
                  <a:cubicBezTo>
                    <a:pt x="3716" y="8823"/>
                    <a:pt x="3632" y="8752"/>
                    <a:pt x="3549" y="8752"/>
                  </a:cubicBezTo>
                  <a:cubicBezTo>
                    <a:pt x="3454" y="8752"/>
                    <a:pt x="3382" y="8823"/>
                    <a:pt x="3382" y="8918"/>
                  </a:cubicBezTo>
                  <a:lnTo>
                    <a:pt x="3382" y="9097"/>
                  </a:lnTo>
                  <a:cubicBezTo>
                    <a:pt x="2370" y="9002"/>
                    <a:pt x="1573" y="8156"/>
                    <a:pt x="1573" y="7132"/>
                  </a:cubicBezTo>
                  <a:cubicBezTo>
                    <a:pt x="1573" y="6620"/>
                    <a:pt x="1965" y="6227"/>
                    <a:pt x="2477" y="6227"/>
                  </a:cubicBezTo>
                  <a:lnTo>
                    <a:pt x="2906" y="6227"/>
                  </a:lnTo>
                  <a:cubicBezTo>
                    <a:pt x="2954" y="6251"/>
                    <a:pt x="3001" y="6287"/>
                    <a:pt x="3025" y="6311"/>
                  </a:cubicBezTo>
                  <a:lnTo>
                    <a:pt x="3025" y="6430"/>
                  </a:lnTo>
                  <a:lnTo>
                    <a:pt x="2525" y="6430"/>
                  </a:lnTo>
                  <a:cubicBezTo>
                    <a:pt x="2263" y="6430"/>
                    <a:pt x="2061" y="6585"/>
                    <a:pt x="1989" y="6835"/>
                  </a:cubicBezTo>
                  <a:cubicBezTo>
                    <a:pt x="1906" y="7085"/>
                    <a:pt x="2001" y="7323"/>
                    <a:pt x="2204" y="7454"/>
                  </a:cubicBezTo>
                  <a:lnTo>
                    <a:pt x="4037" y="8680"/>
                  </a:lnTo>
                  <a:cubicBezTo>
                    <a:pt x="4156" y="8752"/>
                    <a:pt x="4287" y="8799"/>
                    <a:pt x="4430" y="8799"/>
                  </a:cubicBezTo>
                  <a:cubicBezTo>
                    <a:pt x="4561" y="8799"/>
                    <a:pt x="4692" y="8752"/>
                    <a:pt x="4811" y="8680"/>
                  </a:cubicBezTo>
                  <a:lnTo>
                    <a:pt x="5228" y="8394"/>
                  </a:lnTo>
                  <a:cubicBezTo>
                    <a:pt x="5299" y="8347"/>
                    <a:pt x="5323" y="8252"/>
                    <a:pt x="5275" y="8168"/>
                  </a:cubicBezTo>
                  <a:cubicBezTo>
                    <a:pt x="5247" y="8125"/>
                    <a:pt x="5197" y="8104"/>
                    <a:pt x="5146" y="8104"/>
                  </a:cubicBezTo>
                  <a:cubicBezTo>
                    <a:pt x="5112" y="8104"/>
                    <a:pt x="5078" y="8113"/>
                    <a:pt x="5049" y="8132"/>
                  </a:cubicBezTo>
                  <a:lnTo>
                    <a:pt x="4632" y="8406"/>
                  </a:lnTo>
                  <a:cubicBezTo>
                    <a:pt x="4573" y="8454"/>
                    <a:pt x="4501" y="8478"/>
                    <a:pt x="4429" y="8478"/>
                  </a:cubicBezTo>
                  <a:cubicBezTo>
                    <a:pt x="4356" y="8478"/>
                    <a:pt x="4281" y="8454"/>
                    <a:pt x="4216" y="8406"/>
                  </a:cubicBezTo>
                  <a:lnTo>
                    <a:pt x="3073" y="7656"/>
                  </a:lnTo>
                  <a:cubicBezTo>
                    <a:pt x="3239" y="7513"/>
                    <a:pt x="3335" y="7323"/>
                    <a:pt x="3335" y="7097"/>
                  </a:cubicBezTo>
                  <a:lnTo>
                    <a:pt x="3335" y="6525"/>
                  </a:lnTo>
                  <a:cubicBezTo>
                    <a:pt x="3668" y="6680"/>
                    <a:pt x="4037" y="6775"/>
                    <a:pt x="4430" y="6775"/>
                  </a:cubicBezTo>
                  <a:cubicBezTo>
                    <a:pt x="4811" y="6775"/>
                    <a:pt x="5180" y="6680"/>
                    <a:pt x="5514" y="6525"/>
                  </a:cubicBezTo>
                  <a:lnTo>
                    <a:pt x="5514" y="7097"/>
                  </a:lnTo>
                  <a:cubicBezTo>
                    <a:pt x="5514" y="7323"/>
                    <a:pt x="5621" y="7513"/>
                    <a:pt x="5775" y="7656"/>
                  </a:cubicBezTo>
                  <a:lnTo>
                    <a:pt x="5668" y="7728"/>
                  </a:lnTo>
                  <a:cubicBezTo>
                    <a:pt x="5597" y="7775"/>
                    <a:pt x="5585" y="7871"/>
                    <a:pt x="5633" y="7954"/>
                  </a:cubicBezTo>
                  <a:cubicBezTo>
                    <a:pt x="5656" y="7990"/>
                    <a:pt x="5716" y="8025"/>
                    <a:pt x="5764" y="8025"/>
                  </a:cubicBezTo>
                  <a:cubicBezTo>
                    <a:pt x="5799" y="8025"/>
                    <a:pt x="5823" y="8001"/>
                    <a:pt x="5847" y="7990"/>
                  </a:cubicBezTo>
                  <a:lnTo>
                    <a:pt x="6645" y="7454"/>
                  </a:lnTo>
                  <a:cubicBezTo>
                    <a:pt x="6847" y="7323"/>
                    <a:pt x="6942" y="7073"/>
                    <a:pt x="6859" y="6835"/>
                  </a:cubicBezTo>
                  <a:cubicBezTo>
                    <a:pt x="6787" y="6597"/>
                    <a:pt x="6585" y="6430"/>
                    <a:pt x="6323" y="6430"/>
                  </a:cubicBezTo>
                  <a:lnTo>
                    <a:pt x="5823" y="6430"/>
                  </a:lnTo>
                  <a:lnTo>
                    <a:pt x="5823" y="6311"/>
                  </a:lnTo>
                  <a:cubicBezTo>
                    <a:pt x="5871" y="6287"/>
                    <a:pt x="5906" y="6251"/>
                    <a:pt x="5942" y="6216"/>
                  </a:cubicBezTo>
                  <a:close/>
                  <a:moveTo>
                    <a:pt x="3561" y="0"/>
                  </a:moveTo>
                  <a:cubicBezTo>
                    <a:pt x="2585" y="0"/>
                    <a:pt x="1787" y="786"/>
                    <a:pt x="1787" y="1775"/>
                  </a:cubicBezTo>
                  <a:lnTo>
                    <a:pt x="1787" y="3394"/>
                  </a:lnTo>
                  <a:cubicBezTo>
                    <a:pt x="1513" y="3441"/>
                    <a:pt x="1287" y="3668"/>
                    <a:pt x="1251" y="3930"/>
                  </a:cubicBezTo>
                  <a:cubicBezTo>
                    <a:pt x="1239" y="4108"/>
                    <a:pt x="1299" y="4275"/>
                    <a:pt x="1406" y="4406"/>
                  </a:cubicBezTo>
                  <a:cubicBezTo>
                    <a:pt x="1525" y="4537"/>
                    <a:pt x="1692" y="4608"/>
                    <a:pt x="1846" y="4608"/>
                  </a:cubicBezTo>
                  <a:lnTo>
                    <a:pt x="1989" y="4608"/>
                  </a:lnTo>
                  <a:cubicBezTo>
                    <a:pt x="2061" y="5108"/>
                    <a:pt x="2251" y="5537"/>
                    <a:pt x="2561" y="5894"/>
                  </a:cubicBezTo>
                  <a:lnTo>
                    <a:pt x="2489" y="5894"/>
                  </a:lnTo>
                  <a:cubicBezTo>
                    <a:pt x="1811" y="5894"/>
                    <a:pt x="1251" y="6442"/>
                    <a:pt x="1251" y="7132"/>
                  </a:cubicBezTo>
                  <a:cubicBezTo>
                    <a:pt x="1251" y="7382"/>
                    <a:pt x="1299" y="7620"/>
                    <a:pt x="1370" y="7859"/>
                  </a:cubicBezTo>
                  <a:lnTo>
                    <a:pt x="894" y="7990"/>
                  </a:lnTo>
                  <a:cubicBezTo>
                    <a:pt x="382" y="8144"/>
                    <a:pt x="1" y="8633"/>
                    <a:pt x="1" y="9180"/>
                  </a:cubicBezTo>
                  <a:lnTo>
                    <a:pt x="1" y="11061"/>
                  </a:lnTo>
                  <a:cubicBezTo>
                    <a:pt x="1" y="11145"/>
                    <a:pt x="84" y="11228"/>
                    <a:pt x="168" y="11228"/>
                  </a:cubicBezTo>
                  <a:cubicBezTo>
                    <a:pt x="263" y="11228"/>
                    <a:pt x="334" y="11145"/>
                    <a:pt x="334" y="11061"/>
                  </a:cubicBezTo>
                  <a:lnTo>
                    <a:pt x="334" y="9180"/>
                  </a:lnTo>
                  <a:cubicBezTo>
                    <a:pt x="334" y="8775"/>
                    <a:pt x="596" y="8418"/>
                    <a:pt x="989" y="8323"/>
                  </a:cubicBezTo>
                  <a:lnTo>
                    <a:pt x="1489" y="8168"/>
                  </a:lnTo>
                  <a:cubicBezTo>
                    <a:pt x="1846" y="8883"/>
                    <a:pt x="2561" y="9371"/>
                    <a:pt x="3394" y="9430"/>
                  </a:cubicBezTo>
                  <a:lnTo>
                    <a:pt x="3394" y="11061"/>
                  </a:lnTo>
                  <a:cubicBezTo>
                    <a:pt x="3394" y="11145"/>
                    <a:pt x="3478" y="11216"/>
                    <a:pt x="3561" y="11216"/>
                  </a:cubicBezTo>
                  <a:cubicBezTo>
                    <a:pt x="3656" y="11216"/>
                    <a:pt x="3728" y="11145"/>
                    <a:pt x="3728" y="11061"/>
                  </a:cubicBezTo>
                  <a:lnTo>
                    <a:pt x="3728" y="9430"/>
                  </a:lnTo>
                  <a:lnTo>
                    <a:pt x="5180" y="9430"/>
                  </a:lnTo>
                  <a:lnTo>
                    <a:pt x="5180" y="11061"/>
                  </a:lnTo>
                  <a:cubicBezTo>
                    <a:pt x="5180" y="11145"/>
                    <a:pt x="5263" y="11216"/>
                    <a:pt x="5347" y="11216"/>
                  </a:cubicBezTo>
                  <a:cubicBezTo>
                    <a:pt x="5430" y="11216"/>
                    <a:pt x="5514" y="11145"/>
                    <a:pt x="5514" y="11061"/>
                  </a:cubicBezTo>
                  <a:lnTo>
                    <a:pt x="5514" y="9430"/>
                  </a:lnTo>
                  <a:cubicBezTo>
                    <a:pt x="6347" y="9371"/>
                    <a:pt x="7061" y="8871"/>
                    <a:pt x="7419" y="8168"/>
                  </a:cubicBezTo>
                  <a:lnTo>
                    <a:pt x="7919" y="8323"/>
                  </a:lnTo>
                  <a:cubicBezTo>
                    <a:pt x="8311" y="8442"/>
                    <a:pt x="8573" y="8799"/>
                    <a:pt x="8573" y="9180"/>
                  </a:cubicBezTo>
                  <a:lnTo>
                    <a:pt x="8573" y="11061"/>
                  </a:lnTo>
                  <a:cubicBezTo>
                    <a:pt x="8573" y="11145"/>
                    <a:pt x="8657" y="11228"/>
                    <a:pt x="8740" y="11228"/>
                  </a:cubicBezTo>
                  <a:cubicBezTo>
                    <a:pt x="8823" y="11228"/>
                    <a:pt x="8907" y="11145"/>
                    <a:pt x="8907" y="11061"/>
                  </a:cubicBezTo>
                  <a:lnTo>
                    <a:pt x="8907" y="9180"/>
                  </a:lnTo>
                  <a:cubicBezTo>
                    <a:pt x="8895" y="8633"/>
                    <a:pt x="8514" y="8144"/>
                    <a:pt x="8002" y="7990"/>
                  </a:cubicBezTo>
                  <a:lnTo>
                    <a:pt x="7526" y="7859"/>
                  </a:lnTo>
                  <a:cubicBezTo>
                    <a:pt x="7597" y="7632"/>
                    <a:pt x="7645" y="7382"/>
                    <a:pt x="7645" y="7132"/>
                  </a:cubicBezTo>
                  <a:cubicBezTo>
                    <a:pt x="7645" y="6442"/>
                    <a:pt x="7085" y="5894"/>
                    <a:pt x="6406" y="5894"/>
                  </a:cubicBezTo>
                  <a:lnTo>
                    <a:pt x="6311" y="5894"/>
                  </a:lnTo>
                  <a:cubicBezTo>
                    <a:pt x="6609" y="5537"/>
                    <a:pt x="6823" y="5108"/>
                    <a:pt x="6895" y="4620"/>
                  </a:cubicBezTo>
                  <a:lnTo>
                    <a:pt x="7002" y="4620"/>
                  </a:lnTo>
                  <a:cubicBezTo>
                    <a:pt x="7323" y="4620"/>
                    <a:pt x="7597" y="4382"/>
                    <a:pt x="7645" y="4061"/>
                  </a:cubicBezTo>
                  <a:cubicBezTo>
                    <a:pt x="7657" y="3882"/>
                    <a:pt x="7597" y="3727"/>
                    <a:pt x="7490" y="3584"/>
                  </a:cubicBezTo>
                  <a:cubicBezTo>
                    <a:pt x="7383" y="3489"/>
                    <a:pt x="7252" y="3406"/>
                    <a:pt x="7121" y="3394"/>
                  </a:cubicBezTo>
                  <a:lnTo>
                    <a:pt x="7121" y="1429"/>
                  </a:lnTo>
                  <a:cubicBezTo>
                    <a:pt x="7442" y="1108"/>
                    <a:pt x="7657" y="655"/>
                    <a:pt x="7657" y="167"/>
                  </a:cubicBezTo>
                  <a:cubicBezTo>
                    <a:pt x="7657" y="72"/>
                    <a:pt x="7585" y="0"/>
                    <a:pt x="7490" y="0"/>
                  </a:cubicBezTo>
                  <a:close/>
                </a:path>
              </a:pathLst>
            </a:custGeom>
            <a:grpFill/>
            <a:ln w="3175">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838" name="Google Shape;11398;p67">
              <a:extLst>
                <a:ext uri="{FF2B5EF4-FFF2-40B4-BE49-F238E27FC236}">
                  <a16:creationId xmlns:a16="http://schemas.microsoft.com/office/drawing/2014/main" id="{B730D61D-250C-B7DB-49FC-2D3C0BFD95B1}"/>
                </a:ext>
              </a:extLst>
            </p:cNvPr>
            <p:cNvSpPr/>
            <p:nvPr/>
          </p:nvSpPr>
          <p:spPr>
            <a:xfrm>
              <a:off x="7239726" y="1594081"/>
              <a:ext cx="22651" cy="12165"/>
            </a:xfrm>
            <a:custGeom>
              <a:avLst/>
              <a:gdLst/>
              <a:ahLst/>
              <a:cxnLst/>
              <a:rect l="l" t="t" r="r" b="b"/>
              <a:pathLst>
                <a:path w="715" h="384" extrusionOk="0">
                  <a:moveTo>
                    <a:pt x="524" y="1"/>
                  </a:moveTo>
                  <a:cubicBezTo>
                    <a:pt x="517" y="1"/>
                    <a:pt x="508" y="1"/>
                    <a:pt x="500" y="2"/>
                  </a:cubicBezTo>
                  <a:lnTo>
                    <a:pt x="143" y="62"/>
                  </a:lnTo>
                  <a:cubicBezTo>
                    <a:pt x="60" y="74"/>
                    <a:pt x="0" y="169"/>
                    <a:pt x="12" y="252"/>
                  </a:cubicBezTo>
                  <a:cubicBezTo>
                    <a:pt x="24" y="324"/>
                    <a:pt x="95" y="383"/>
                    <a:pt x="179" y="383"/>
                  </a:cubicBezTo>
                  <a:lnTo>
                    <a:pt x="203" y="383"/>
                  </a:lnTo>
                  <a:lnTo>
                    <a:pt x="560" y="324"/>
                  </a:lnTo>
                  <a:cubicBezTo>
                    <a:pt x="655" y="312"/>
                    <a:pt x="715" y="228"/>
                    <a:pt x="703" y="133"/>
                  </a:cubicBezTo>
                  <a:cubicBezTo>
                    <a:pt x="681" y="57"/>
                    <a:pt x="609" y="1"/>
                    <a:pt x="524" y="1"/>
                  </a:cubicBezTo>
                  <a:close/>
                </a:path>
              </a:pathLst>
            </a:custGeom>
            <a:grpFill/>
            <a:ln w="3175">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839" name="Google Shape;11399;p67">
              <a:extLst>
                <a:ext uri="{FF2B5EF4-FFF2-40B4-BE49-F238E27FC236}">
                  <a16:creationId xmlns:a16="http://schemas.microsoft.com/office/drawing/2014/main" id="{F5931EA6-7C77-62B5-2E44-F40FE1223124}"/>
                </a:ext>
              </a:extLst>
            </p:cNvPr>
            <p:cNvSpPr/>
            <p:nvPr/>
          </p:nvSpPr>
          <p:spPr>
            <a:xfrm>
              <a:off x="7307616" y="1594462"/>
              <a:ext cx="22651" cy="12514"/>
            </a:xfrm>
            <a:custGeom>
              <a:avLst/>
              <a:gdLst/>
              <a:ahLst/>
              <a:cxnLst/>
              <a:rect l="l" t="t" r="r" b="b"/>
              <a:pathLst>
                <a:path w="715" h="395" extrusionOk="0">
                  <a:moveTo>
                    <a:pt x="181" y="1"/>
                  </a:moveTo>
                  <a:cubicBezTo>
                    <a:pt x="104" y="1"/>
                    <a:pt x="23" y="57"/>
                    <a:pt x="12" y="133"/>
                  </a:cubicBezTo>
                  <a:cubicBezTo>
                    <a:pt x="0" y="228"/>
                    <a:pt x="60" y="312"/>
                    <a:pt x="143" y="335"/>
                  </a:cubicBezTo>
                  <a:lnTo>
                    <a:pt x="500" y="395"/>
                  </a:lnTo>
                  <a:lnTo>
                    <a:pt x="536" y="395"/>
                  </a:lnTo>
                  <a:cubicBezTo>
                    <a:pt x="608" y="395"/>
                    <a:pt x="679" y="335"/>
                    <a:pt x="703" y="252"/>
                  </a:cubicBezTo>
                  <a:cubicBezTo>
                    <a:pt x="715" y="169"/>
                    <a:pt x="655" y="73"/>
                    <a:pt x="560" y="62"/>
                  </a:cubicBezTo>
                  <a:lnTo>
                    <a:pt x="203" y="2"/>
                  </a:lnTo>
                  <a:cubicBezTo>
                    <a:pt x="196" y="1"/>
                    <a:pt x="188" y="1"/>
                    <a:pt x="181" y="1"/>
                  </a:cubicBezTo>
                  <a:close/>
                </a:path>
              </a:pathLst>
            </a:custGeom>
            <a:grpFill/>
            <a:ln w="3175">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grpSp>
      <p:grpSp>
        <p:nvGrpSpPr>
          <p:cNvPr id="34840" name="Google Shape;9107;p64">
            <a:extLst>
              <a:ext uri="{FF2B5EF4-FFF2-40B4-BE49-F238E27FC236}">
                <a16:creationId xmlns:a16="http://schemas.microsoft.com/office/drawing/2014/main" id="{FE6C3544-E285-2C55-ED1A-4E37BCA2CDCE}"/>
              </a:ext>
            </a:extLst>
          </p:cNvPr>
          <p:cNvGrpSpPr/>
          <p:nvPr/>
        </p:nvGrpSpPr>
        <p:grpSpPr>
          <a:xfrm>
            <a:off x="4359696" y="4430006"/>
            <a:ext cx="550733" cy="884053"/>
            <a:chOff x="2656081" y="2287427"/>
            <a:chExt cx="207582" cy="359594"/>
          </a:xfrm>
          <a:solidFill>
            <a:schemeClr val="bg2">
              <a:lumMod val="10000"/>
            </a:schemeClr>
          </a:solidFill>
        </p:grpSpPr>
        <p:sp>
          <p:nvSpPr>
            <p:cNvPr id="34841" name="Google Shape;9108;p64">
              <a:extLst>
                <a:ext uri="{FF2B5EF4-FFF2-40B4-BE49-F238E27FC236}">
                  <a16:creationId xmlns:a16="http://schemas.microsoft.com/office/drawing/2014/main" id="{7A7EFCA6-3A88-4604-8CC3-F9D7A9915A52}"/>
                </a:ext>
              </a:extLst>
            </p:cNvPr>
            <p:cNvSpPr/>
            <p:nvPr/>
          </p:nvSpPr>
          <p:spPr>
            <a:xfrm>
              <a:off x="2656081" y="2287427"/>
              <a:ext cx="207582" cy="359594"/>
            </a:xfrm>
            <a:custGeom>
              <a:avLst/>
              <a:gdLst/>
              <a:ahLst/>
              <a:cxnLst/>
              <a:rect l="l" t="t" r="r" b="b"/>
              <a:pathLst>
                <a:path w="6537" h="11324" extrusionOk="0">
                  <a:moveTo>
                    <a:pt x="5704" y="334"/>
                  </a:moveTo>
                  <a:cubicBezTo>
                    <a:pt x="5965" y="334"/>
                    <a:pt x="6192" y="561"/>
                    <a:pt x="6192" y="834"/>
                  </a:cubicBezTo>
                  <a:lnTo>
                    <a:pt x="6192" y="1323"/>
                  </a:lnTo>
                  <a:lnTo>
                    <a:pt x="346" y="1323"/>
                  </a:lnTo>
                  <a:lnTo>
                    <a:pt x="346" y="834"/>
                  </a:lnTo>
                  <a:cubicBezTo>
                    <a:pt x="346" y="561"/>
                    <a:pt x="560" y="334"/>
                    <a:pt x="834" y="334"/>
                  </a:cubicBezTo>
                  <a:close/>
                  <a:moveTo>
                    <a:pt x="6192" y="1644"/>
                  </a:moveTo>
                  <a:lnTo>
                    <a:pt x="6192" y="8990"/>
                  </a:lnTo>
                  <a:lnTo>
                    <a:pt x="1501" y="8990"/>
                  </a:lnTo>
                  <a:cubicBezTo>
                    <a:pt x="1405" y="8990"/>
                    <a:pt x="1334" y="9062"/>
                    <a:pt x="1334" y="9145"/>
                  </a:cubicBezTo>
                  <a:cubicBezTo>
                    <a:pt x="1334" y="9240"/>
                    <a:pt x="1405" y="9312"/>
                    <a:pt x="1501" y="9312"/>
                  </a:cubicBezTo>
                  <a:lnTo>
                    <a:pt x="6192" y="9312"/>
                  </a:lnTo>
                  <a:lnTo>
                    <a:pt x="6192" y="10478"/>
                  </a:lnTo>
                  <a:cubicBezTo>
                    <a:pt x="6192" y="10740"/>
                    <a:pt x="5965" y="10967"/>
                    <a:pt x="5704" y="10967"/>
                  </a:cubicBezTo>
                  <a:lnTo>
                    <a:pt x="834" y="10967"/>
                  </a:lnTo>
                  <a:cubicBezTo>
                    <a:pt x="560" y="10967"/>
                    <a:pt x="346" y="10740"/>
                    <a:pt x="346" y="10478"/>
                  </a:cubicBezTo>
                  <a:lnTo>
                    <a:pt x="346" y="9312"/>
                  </a:lnTo>
                  <a:lnTo>
                    <a:pt x="834" y="9312"/>
                  </a:lnTo>
                  <a:cubicBezTo>
                    <a:pt x="917" y="9312"/>
                    <a:pt x="1001" y="9240"/>
                    <a:pt x="1001" y="9145"/>
                  </a:cubicBezTo>
                  <a:cubicBezTo>
                    <a:pt x="1001" y="9062"/>
                    <a:pt x="917" y="8990"/>
                    <a:pt x="834" y="8990"/>
                  </a:cubicBezTo>
                  <a:lnTo>
                    <a:pt x="346" y="8990"/>
                  </a:lnTo>
                  <a:lnTo>
                    <a:pt x="346" y="1644"/>
                  </a:lnTo>
                  <a:close/>
                  <a:moveTo>
                    <a:pt x="834" y="1"/>
                  </a:moveTo>
                  <a:cubicBezTo>
                    <a:pt x="370" y="1"/>
                    <a:pt x="0" y="370"/>
                    <a:pt x="0" y="834"/>
                  </a:cubicBezTo>
                  <a:lnTo>
                    <a:pt x="0" y="10490"/>
                  </a:lnTo>
                  <a:cubicBezTo>
                    <a:pt x="0" y="10955"/>
                    <a:pt x="370" y="11324"/>
                    <a:pt x="834" y="11324"/>
                  </a:cubicBezTo>
                  <a:lnTo>
                    <a:pt x="5704" y="11324"/>
                  </a:lnTo>
                  <a:cubicBezTo>
                    <a:pt x="6156" y="11324"/>
                    <a:pt x="6537" y="10955"/>
                    <a:pt x="6537" y="10490"/>
                  </a:cubicBezTo>
                  <a:lnTo>
                    <a:pt x="6537" y="834"/>
                  </a:lnTo>
                  <a:cubicBezTo>
                    <a:pt x="6513" y="370"/>
                    <a:pt x="6144" y="1"/>
                    <a:pt x="570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dirty="0"/>
            </a:p>
          </p:txBody>
        </p:sp>
        <p:sp>
          <p:nvSpPr>
            <p:cNvPr id="34842" name="Google Shape;9109;p64">
              <a:extLst>
                <a:ext uri="{FF2B5EF4-FFF2-40B4-BE49-F238E27FC236}">
                  <a16:creationId xmlns:a16="http://schemas.microsoft.com/office/drawing/2014/main" id="{CFA696A6-A5EF-975E-4530-508DB9AE7D79}"/>
                </a:ext>
              </a:extLst>
            </p:cNvPr>
            <p:cNvSpPr/>
            <p:nvPr/>
          </p:nvSpPr>
          <p:spPr>
            <a:xfrm>
              <a:off x="2754395" y="2308608"/>
              <a:ext cx="31787" cy="10257"/>
            </a:xfrm>
            <a:custGeom>
              <a:avLst/>
              <a:gdLst/>
              <a:ahLst/>
              <a:cxnLst/>
              <a:rect l="l" t="t" r="r" b="b"/>
              <a:pathLst>
                <a:path w="1001" h="323" extrusionOk="0">
                  <a:moveTo>
                    <a:pt x="167" y="1"/>
                  </a:moveTo>
                  <a:cubicBezTo>
                    <a:pt x="72" y="1"/>
                    <a:pt x="0" y="72"/>
                    <a:pt x="0" y="167"/>
                  </a:cubicBezTo>
                  <a:cubicBezTo>
                    <a:pt x="0" y="251"/>
                    <a:pt x="72" y="322"/>
                    <a:pt x="167" y="322"/>
                  </a:cubicBezTo>
                  <a:lnTo>
                    <a:pt x="834" y="322"/>
                  </a:lnTo>
                  <a:cubicBezTo>
                    <a:pt x="917" y="322"/>
                    <a:pt x="1000" y="251"/>
                    <a:pt x="1000" y="167"/>
                  </a:cubicBezTo>
                  <a:cubicBezTo>
                    <a:pt x="1000" y="72"/>
                    <a:pt x="917" y="1"/>
                    <a:pt x="83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843" name="Google Shape;9110;p64">
              <a:extLst>
                <a:ext uri="{FF2B5EF4-FFF2-40B4-BE49-F238E27FC236}">
                  <a16:creationId xmlns:a16="http://schemas.microsoft.com/office/drawing/2014/main" id="{8EBA5C0F-AEC8-AA77-5F28-734832E143C6}"/>
                </a:ext>
              </a:extLst>
            </p:cNvPr>
            <p:cNvSpPr/>
            <p:nvPr/>
          </p:nvSpPr>
          <p:spPr>
            <a:xfrm>
              <a:off x="2743789" y="2594053"/>
              <a:ext cx="31406" cy="31056"/>
            </a:xfrm>
            <a:custGeom>
              <a:avLst/>
              <a:gdLst/>
              <a:ahLst/>
              <a:cxnLst/>
              <a:rect l="l" t="t" r="r" b="b"/>
              <a:pathLst>
                <a:path w="989" h="978" extrusionOk="0">
                  <a:moveTo>
                    <a:pt x="501" y="322"/>
                  </a:moveTo>
                  <a:cubicBezTo>
                    <a:pt x="584" y="322"/>
                    <a:pt x="656" y="406"/>
                    <a:pt x="656" y="489"/>
                  </a:cubicBezTo>
                  <a:cubicBezTo>
                    <a:pt x="656" y="584"/>
                    <a:pt x="584" y="656"/>
                    <a:pt x="501" y="656"/>
                  </a:cubicBezTo>
                  <a:cubicBezTo>
                    <a:pt x="406" y="656"/>
                    <a:pt x="334" y="584"/>
                    <a:pt x="334" y="489"/>
                  </a:cubicBezTo>
                  <a:cubicBezTo>
                    <a:pt x="334" y="406"/>
                    <a:pt x="406" y="322"/>
                    <a:pt x="501" y="322"/>
                  </a:cubicBezTo>
                  <a:close/>
                  <a:moveTo>
                    <a:pt x="501" y="1"/>
                  </a:moveTo>
                  <a:cubicBezTo>
                    <a:pt x="227" y="1"/>
                    <a:pt x="1" y="227"/>
                    <a:pt x="1" y="489"/>
                  </a:cubicBezTo>
                  <a:cubicBezTo>
                    <a:pt x="1" y="763"/>
                    <a:pt x="227" y="977"/>
                    <a:pt x="501" y="977"/>
                  </a:cubicBezTo>
                  <a:cubicBezTo>
                    <a:pt x="763" y="977"/>
                    <a:pt x="989" y="763"/>
                    <a:pt x="989" y="489"/>
                  </a:cubicBezTo>
                  <a:cubicBezTo>
                    <a:pt x="989" y="227"/>
                    <a:pt x="775" y="1"/>
                    <a:pt x="501"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844" name="Google Shape;9111;p64">
              <a:extLst>
                <a:ext uri="{FF2B5EF4-FFF2-40B4-BE49-F238E27FC236}">
                  <a16:creationId xmlns:a16="http://schemas.microsoft.com/office/drawing/2014/main" id="{1E2FB360-EDE8-A87A-DA38-F7FE6FEAE3A0}"/>
                </a:ext>
              </a:extLst>
            </p:cNvPr>
            <p:cNvSpPr/>
            <p:nvPr/>
          </p:nvSpPr>
          <p:spPr>
            <a:xfrm>
              <a:off x="2733596" y="2308608"/>
              <a:ext cx="10225" cy="10257"/>
            </a:xfrm>
            <a:custGeom>
              <a:avLst/>
              <a:gdLst/>
              <a:ahLst/>
              <a:cxnLst/>
              <a:rect l="l" t="t" r="r" b="b"/>
              <a:pathLst>
                <a:path w="322" h="323" extrusionOk="0">
                  <a:moveTo>
                    <a:pt x="155" y="1"/>
                  </a:moveTo>
                  <a:cubicBezTo>
                    <a:pt x="72" y="1"/>
                    <a:pt x="0" y="72"/>
                    <a:pt x="0" y="167"/>
                  </a:cubicBezTo>
                  <a:cubicBezTo>
                    <a:pt x="0" y="251"/>
                    <a:pt x="72" y="322"/>
                    <a:pt x="155" y="322"/>
                  </a:cubicBezTo>
                  <a:cubicBezTo>
                    <a:pt x="250" y="322"/>
                    <a:pt x="322" y="251"/>
                    <a:pt x="322" y="167"/>
                  </a:cubicBezTo>
                  <a:cubicBezTo>
                    <a:pt x="322" y="72"/>
                    <a:pt x="250" y="1"/>
                    <a:pt x="15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grpSp>
      <p:grpSp>
        <p:nvGrpSpPr>
          <p:cNvPr id="34858" name="Group 17">
            <a:extLst>
              <a:ext uri="{FF2B5EF4-FFF2-40B4-BE49-F238E27FC236}">
                <a16:creationId xmlns:a16="http://schemas.microsoft.com/office/drawing/2014/main" id="{E3B01977-A0B6-0ECC-611A-400045ACD583}"/>
              </a:ext>
            </a:extLst>
          </p:cNvPr>
          <p:cNvGrpSpPr>
            <a:grpSpLocks/>
          </p:cNvGrpSpPr>
          <p:nvPr/>
        </p:nvGrpSpPr>
        <p:grpSpPr bwMode="auto">
          <a:xfrm>
            <a:off x="4448568" y="4614821"/>
            <a:ext cx="391473" cy="336260"/>
            <a:chOff x="2657413" y="326584"/>
            <a:chExt cx="1348024" cy="1784485"/>
          </a:xfrm>
          <a:noFill/>
        </p:grpSpPr>
        <p:grpSp>
          <p:nvGrpSpPr>
            <p:cNvPr id="34859" name="Group 7">
              <a:extLst>
                <a:ext uri="{FF2B5EF4-FFF2-40B4-BE49-F238E27FC236}">
                  <a16:creationId xmlns:a16="http://schemas.microsoft.com/office/drawing/2014/main" id="{A93E3276-DD58-5709-F1BC-C7E7567BBA2E}"/>
                </a:ext>
              </a:extLst>
            </p:cNvPr>
            <p:cNvGrpSpPr>
              <a:grpSpLocks/>
            </p:cNvGrpSpPr>
            <p:nvPr/>
          </p:nvGrpSpPr>
          <p:grpSpPr bwMode="auto">
            <a:xfrm>
              <a:off x="2657413" y="1689237"/>
              <a:ext cx="418646" cy="421824"/>
              <a:chOff x="1457481" y="3155300"/>
              <a:chExt cx="418646" cy="421824"/>
            </a:xfrm>
            <a:grpFill/>
          </p:grpSpPr>
          <p:cxnSp>
            <p:nvCxnSpPr>
              <p:cNvPr id="34869" name="Straight Connector 34868">
                <a:extLst>
                  <a:ext uri="{FF2B5EF4-FFF2-40B4-BE49-F238E27FC236}">
                    <a16:creationId xmlns:a16="http://schemas.microsoft.com/office/drawing/2014/main" id="{F0750156-6F43-B12A-97BC-BDCF79F1C999}"/>
                  </a:ext>
                </a:extLst>
              </p:cNvPr>
              <p:cNvCxnSpPr>
                <a:cxnSpLocks/>
              </p:cNvCxnSpPr>
              <p:nvPr/>
            </p:nvCxnSpPr>
            <p:spPr>
              <a:xfrm>
                <a:off x="1457481" y="3155300"/>
                <a:ext cx="3" cy="421821"/>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70" name="Straight Connector 34869">
                <a:extLst>
                  <a:ext uri="{FF2B5EF4-FFF2-40B4-BE49-F238E27FC236}">
                    <a16:creationId xmlns:a16="http://schemas.microsoft.com/office/drawing/2014/main" id="{75842B04-8FA6-7532-3191-80A6973978EC}"/>
                  </a:ext>
                </a:extLst>
              </p:cNvPr>
              <p:cNvCxnSpPr>
                <a:cxnSpLocks/>
              </p:cNvCxnSpPr>
              <p:nvPr/>
            </p:nvCxnSpPr>
            <p:spPr>
              <a:xfrm>
                <a:off x="1457487" y="3577123"/>
                <a:ext cx="418640" cy="1"/>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860" name="Group 8">
              <a:extLst>
                <a:ext uri="{FF2B5EF4-FFF2-40B4-BE49-F238E27FC236}">
                  <a16:creationId xmlns:a16="http://schemas.microsoft.com/office/drawing/2014/main" id="{D3D9093B-99D4-52BD-A97B-047DC075A1BC}"/>
                </a:ext>
              </a:extLst>
            </p:cNvPr>
            <p:cNvGrpSpPr>
              <a:grpSpLocks/>
            </p:cNvGrpSpPr>
            <p:nvPr/>
          </p:nvGrpSpPr>
          <p:grpSpPr bwMode="auto">
            <a:xfrm rot="10800000">
              <a:off x="3615386" y="326584"/>
              <a:ext cx="390051" cy="423419"/>
              <a:chOff x="7639563" y="4222490"/>
              <a:chExt cx="390051" cy="423419"/>
            </a:xfrm>
            <a:grpFill/>
          </p:grpSpPr>
          <p:cxnSp>
            <p:nvCxnSpPr>
              <p:cNvPr id="34867" name="Straight Connector 34866">
                <a:extLst>
                  <a:ext uri="{FF2B5EF4-FFF2-40B4-BE49-F238E27FC236}">
                    <a16:creationId xmlns:a16="http://schemas.microsoft.com/office/drawing/2014/main" id="{27ABF327-E83B-4354-2D7C-3762961A2AED}"/>
                  </a:ext>
                </a:extLst>
              </p:cNvPr>
              <p:cNvCxnSpPr>
                <a:cxnSpLocks/>
              </p:cNvCxnSpPr>
              <p:nvPr/>
            </p:nvCxnSpPr>
            <p:spPr>
              <a:xfrm rot="10800000" flipV="1">
                <a:off x="7639563" y="4222490"/>
                <a:ext cx="0" cy="4234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68" name="Straight Connector 34867">
                <a:extLst>
                  <a:ext uri="{FF2B5EF4-FFF2-40B4-BE49-F238E27FC236}">
                    <a16:creationId xmlns:a16="http://schemas.microsoft.com/office/drawing/2014/main" id="{05CD2E0D-867E-FB38-8F77-359819F6F561}"/>
                  </a:ext>
                </a:extLst>
              </p:cNvPr>
              <p:cNvCxnSpPr>
                <a:cxnSpLocks/>
              </p:cNvCxnSpPr>
              <p:nvPr/>
            </p:nvCxnSpPr>
            <p:spPr>
              <a:xfrm rot="10800000" flipH="1">
                <a:off x="7639565" y="4644323"/>
                <a:ext cx="39004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861" name="Group 11">
              <a:extLst>
                <a:ext uri="{FF2B5EF4-FFF2-40B4-BE49-F238E27FC236}">
                  <a16:creationId xmlns:a16="http://schemas.microsoft.com/office/drawing/2014/main" id="{BD48CB61-6AE1-7456-D5E4-002EA7A2C6BF}"/>
                </a:ext>
              </a:extLst>
            </p:cNvPr>
            <p:cNvGrpSpPr>
              <a:grpSpLocks/>
            </p:cNvGrpSpPr>
            <p:nvPr/>
          </p:nvGrpSpPr>
          <p:grpSpPr bwMode="auto">
            <a:xfrm rot="-5400000">
              <a:off x="3598747" y="1705886"/>
              <a:ext cx="421830" cy="388535"/>
              <a:chOff x="4765949" y="327166"/>
              <a:chExt cx="421830" cy="388535"/>
            </a:xfrm>
            <a:grpFill/>
          </p:grpSpPr>
          <p:cxnSp>
            <p:nvCxnSpPr>
              <p:cNvPr id="34865" name="Straight Connector 34864">
                <a:extLst>
                  <a:ext uri="{FF2B5EF4-FFF2-40B4-BE49-F238E27FC236}">
                    <a16:creationId xmlns:a16="http://schemas.microsoft.com/office/drawing/2014/main" id="{44D6DFE7-D63C-D052-BEC0-CB87E2E57B30}"/>
                  </a:ext>
                </a:extLst>
              </p:cNvPr>
              <p:cNvCxnSpPr>
                <a:cxnSpLocks/>
              </p:cNvCxnSpPr>
              <p:nvPr/>
            </p:nvCxnSpPr>
            <p:spPr>
              <a:xfrm rot="5400000">
                <a:off x="4571685" y="521434"/>
                <a:ext cx="388535"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66" name="Straight Connector 34865">
                <a:extLst>
                  <a:ext uri="{FF2B5EF4-FFF2-40B4-BE49-F238E27FC236}">
                    <a16:creationId xmlns:a16="http://schemas.microsoft.com/office/drawing/2014/main" id="{9537207D-1020-7D76-EBBE-6DF8E56F3C94}"/>
                  </a:ext>
                </a:extLst>
              </p:cNvPr>
              <p:cNvCxnSpPr>
                <a:cxnSpLocks/>
              </p:cNvCxnSpPr>
              <p:nvPr/>
            </p:nvCxnSpPr>
            <p:spPr>
              <a:xfrm rot="5400000" flipV="1">
                <a:off x="4976863" y="504780"/>
                <a:ext cx="2" cy="42183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862" name="Group 14">
              <a:extLst>
                <a:ext uri="{FF2B5EF4-FFF2-40B4-BE49-F238E27FC236}">
                  <a16:creationId xmlns:a16="http://schemas.microsoft.com/office/drawing/2014/main" id="{A7C82F94-4643-FC6E-FACC-5F27C69EBEFF}"/>
                </a:ext>
              </a:extLst>
            </p:cNvPr>
            <p:cNvGrpSpPr>
              <a:grpSpLocks/>
            </p:cNvGrpSpPr>
            <p:nvPr/>
          </p:nvGrpSpPr>
          <p:grpSpPr bwMode="auto">
            <a:xfrm rot="5400000">
              <a:off x="2616323" y="378290"/>
              <a:ext cx="423416" cy="341198"/>
              <a:chOff x="3703203" y="6561093"/>
              <a:chExt cx="423416" cy="341198"/>
            </a:xfrm>
            <a:grpFill/>
          </p:grpSpPr>
          <p:cxnSp>
            <p:nvCxnSpPr>
              <p:cNvPr id="34863" name="Straight Connector 34862">
                <a:extLst>
                  <a:ext uri="{FF2B5EF4-FFF2-40B4-BE49-F238E27FC236}">
                    <a16:creationId xmlns:a16="http://schemas.microsoft.com/office/drawing/2014/main" id="{57125E12-B6AA-4819-D75A-567673588D4F}"/>
                  </a:ext>
                </a:extLst>
              </p:cNvPr>
              <p:cNvCxnSpPr>
                <a:cxnSpLocks/>
              </p:cNvCxnSpPr>
              <p:nvPr/>
            </p:nvCxnSpPr>
            <p:spPr>
              <a:xfrm rot="16200000" flipH="1">
                <a:off x="3532608" y="6731692"/>
                <a:ext cx="341197"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64" name="Straight Connector 34863">
                <a:extLst>
                  <a:ext uri="{FF2B5EF4-FFF2-40B4-BE49-F238E27FC236}">
                    <a16:creationId xmlns:a16="http://schemas.microsoft.com/office/drawing/2014/main" id="{F5618549-A7B1-31C7-5457-0E966715B2EF}"/>
                  </a:ext>
                </a:extLst>
              </p:cNvPr>
              <p:cNvCxnSpPr>
                <a:cxnSpLocks/>
              </p:cNvCxnSpPr>
              <p:nvPr/>
            </p:nvCxnSpPr>
            <p:spPr>
              <a:xfrm rot="16200000" flipH="1">
                <a:off x="3914116" y="6689788"/>
                <a:ext cx="1590" cy="423416"/>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4886" name="Google Shape;233;p29">
            <a:extLst>
              <a:ext uri="{FF2B5EF4-FFF2-40B4-BE49-F238E27FC236}">
                <a16:creationId xmlns:a16="http://schemas.microsoft.com/office/drawing/2014/main" id="{71A8936E-5A96-6AB1-87A3-F2D4F1B36CD3}"/>
              </a:ext>
            </a:extLst>
          </p:cNvPr>
          <p:cNvSpPr txBox="1">
            <a:spLocks/>
          </p:cNvSpPr>
          <p:nvPr/>
        </p:nvSpPr>
        <p:spPr bwMode="auto">
          <a:xfrm>
            <a:off x="6336769" y="4383030"/>
            <a:ext cx="2004483" cy="717549"/>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lnSpc>
                <a:spcPct val="100000"/>
              </a:lnSpc>
              <a:spcBef>
                <a:spcPct val="0"/>
              </a:spcBef>
              <a:spcAft>
                <a:spcPct val="0"/>
              </a:spcAft>
              <a:buSzPct val="170000"/>
              <a:defRPr/>
            </a:pPr>
            <a:r>
              <a:rPr lang="en-US" altLang="ar-SA" sz="1600" b="1" kern="0" dirty="0">
                <a:ln w="0"/>
                <a:solidFill>
                  <a:schemeClr val="bg2">
                    <a:lumMod val="10000"/>
                  </a:schemeClr>
                </a:solidFill>
                <a:latin typeface="Aptos Display" panose="020B0004020202020204" pitchFamily="34" charset="0"/>
                <a:cs typeface="Besley" charset="0"/>
                <a:sym typeface="Besley" charset="0"/>
              </a:rPr>
              <a:t>RESULT</a:t>
            </a:r>
          </a:p>
        </p:txBody>
      </p:sp>
      <p:pic>
        <p:nvPicPr>
          <p:cNvPr id="29711" name="Graphic 34899" descr="Checkmark with solid fill">
            <a:extLst>
              <a:ext uri="{FF2B5EF4-FFF2-40B4-BE49-F238E27FC236}">
                <a16:creationId xmlns:a16="http://schemas.microsoft.com/office/drawing/2014/main" id="{D465A036-7F1A-E9D0-63FF-02464D5392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3826" y="5511106"/>
            <a:ext cx="510367" cy="510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2" name="Graphic 34900" descr="Checkmark with solid fill">
            <a:extLst>
              <a:ext uri="{FF2B5EF4-FFF2-40B4-BE49-F238E27FC236}">
                <a16:creationId xmlns:a16="http://schemas.microsoft.com/office/drawing/2014/main" id="{81204700-65C6-9E8B-AAF2-00A8BF289A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0496" y="5512274"/>
            <a:ext cx="510367" cy="510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902" name="Google Shape;12057;p68">
            <a:extLst>
              <a:ext uri="{FF2B5EF4-FFF2-40B4-BE49-F238E27FC236}">
                <a16:creationId xmlns:a16="http://schemas.microsoft.com/office/drawing/2014/main" id="{77F3AD0B-EEE1-CE43-6398-875EB381FBE4}"/>
              </a:ext>
            </a:extLst>
          </p:cNvPr>
          <p:cNvGrpSpPr/>
          <p:nvPr/>
        </p:nvGrpSpPr>
        <p:grpSpPr>
          <a:xfrm rot="19399701">
            <a:off x="7899400" y="4309125"/>
            <a:ext cx="481424" cy="527635"/>
            <a:chOff x="2667821" y="3361108"/>
            <a:chExt cx="273046" cy="337801"/>
          </a:xfrm>
          <a:solidFill>
            <a:srgbClr val="FFFF00"/>
          </a:solidFill>
        </p:grpSpPr>
        <p:sp>
          <p:nvSpPr>
            <p:cNvPr id="34903" name="Google Shape;12058;p68">
              <a:extLst>
                <a:ext uri="{FF2B5EF4-FFF2-40B4-BE49-F238E27FC236}">
                  <a16:creationId xmlns:a16="http://schemas.microsoft.com/office/drawing/2014/main" id="{D0DF1FD1-7007-38B6-E0F3-3FA64B8E1E3D}"/>
                </a:ext>
              </a:extLst>
            </p:cNvPr>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04" name="Google Shape;12059;p68">
              <a:extLst>
                <a:ext uri="{FF2B5EF4-FFF2-40B4-BE49-F238E27FC236}">
                  <a16:creationId xmlns:a16="http://schemas.microsoft.com/office/drawing/2014/main" id="{EA68CA6B-AE64-05F4-59D2-9CB6D5829966}"/>
                </a:ext>
              </a:extLst>
            </p:cNvPr>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05" name="Google Shape;12060;p68">
              <a:extLst>
                <a:ext uri="{FF2B5EF4-FFF2-40B4-BE49-F238E27FC236}">
                  <a16:creationId xmlns:a16="http://schemas.microsoft.com/office/drawing/2014/main" id="{2C006E48-F511-BECF-8DB2-A112C207BB7D}"/>
                </a:ext>
              </a:extLst>
            </p:cNvPr>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06" name="Google Shape;12061;p68">
              <a:extLst>
                <a:ext uri="{FF2B5EF4-FFF2-40B4-BE49-F238E27FC236}">
                  <a16:creationId xmlns:a16="http://schemas.microsoft.com/office/drawing/2014/main" id="{F7F41331-39DD-F27E-0374-34D93D39CDFF}"/>
                </a:ext>
              </a:extLst>
            </p:cNvPr>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07" name="Google Shape;12062;p68">
              <a:extLst>
                <a:ext uri="{FF2B5EF4-FFF2-40B4-BE49-F238E27FC236}">
                  <a16:creationId xmlns:a16="http://schemas.microsoft.com/office/drawing/2014/main" id="{9A48D377-CB68-7D9A-E6FA-6544D8E9A045}"/>
                </a:ext>
              </a:extLst>
            </p:cNvPr>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08" name="Google Shape;12063;p68">
              <a:extLst>
                <a:ext uri="{FF2B5EF4-FFF2-40B4-BE49-F238E27FC236}">
                  <a16:creationId xmlns:a16="http://schemas.microsoft.com/office/drawing/2014/main" id="{41B9092D-68EF-622C-D28A-800E52E0879D}"/>
                </a:ext>
              </a:extLst>
            </p:cNvPr>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09" name="Google Shape;12064;p68">
              <a:extLst>
                <a:ext uri="{FF2B5EF4-FFF2-40B4-BE49-F238E27FC236}">
                  <a16:creationId xmlns:a16="http://schemas.microsoft.com/office/drawing/2014/main" id="{CB435080-159E-F8B2-A464-5A15D335652E}"/>
                </a:ext>
              </a:extLst>
            </p:cNvPr>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0" name="Google Shape;12065;p68">
              <a:extLst>
                <a:ext uri="{FF2B5EF4-FFF2-40B4-BE49-F238E27FC236}">
                  <a16:creationId xmlns:a16="http://schemas.microsoft.com/office/drawing/2014/main" id="{9D91372C-9591-EE90-5245-7537C8C64A03}"/>
                </a:ext>
              </a:extLst>
            </p:cNvPr>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1" name="Google Shape;12066;p68">
              <a:extLst>
                <a:ext uri="{FF2B5EF4-FFF2-40B4-BE49-F238E27FC236}">
                  <a16:creationId xmlns:a16="http://schemas.microsoft.com/office/drawing/2014/main" id="{D104A352-2244-4CCA-2B6C-5777FEF7DBCE}"/>
                </a:ext>
              </a:extLst>
            </p:cNvPr>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2" name="Google Shape;12067;p68">
              <a:extLst>
                <a:ext uri="{FF2B5EF4-FFF2-40B4-BE49-F238E27FC236}">
                  <a16:creationId xmlns:a16="http://schemas.microsoft.com/office/drawing/2014/main" id="{5D048384-3539-0E85-FCB8-D7895EFC1B6A}"/>
                </a:ext>
              </a:extLst>
            </p:cNvPr>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3" name="Google Shape;12068;p68">
              <a:extLst>
                <a:ext uri="{FF2B5EF4-FFF2-40B4-BE49-F238E27FC236}">
                  <a16:creationId xmlns:a16="http://schemas.microsoft.com/office/drawing/2014/main" id="{AF92FF02-17AA-BBC7-C0AE-94360F7EFB2B}"/>
                </a:ext>
              </a:extLst>
            </p:cNvPr>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4" name="Google Shape;12069;p68">
              <a:extLst>
                <a:ext uri="{FF2B5EF4-FFF2-40B4-BE49-F238E27FC236}">
                  <a16:creationId xmlns:a16="http://schemas.microsoft.com/office/drawing/2014/main" id="{FB93F7D0-24E7-FD40-67AA-0BBC1FAA9D2D}"/>
                </a:ext>
              </a:extLst>
            </p:cNvPr>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5" name="Google Shape;12070;p68">
              <a:extLst>
                <a:ext uri="{FF2B5EF4-FFF2-40B4-BE49-F238E27FC236}">
                  <a16:creationId xmlns:a16="http://schemas.microsoft.com/office/drawing/2014/main" id="{5E94E5F3-486C-E8D9-8ADE-32CF49F1A9DB}"/>
                </a:ext>
              </a:extLst>
            </p:cNvPr>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6" name="Google Shape;12071;p68">
              <a:extLst>
                <a:ext uri="{FF2B5EF4-FFF2-40B4-BE49-F238E27FC236}">
                  <a16:creationId xmlns:a16="http://schemas.microsoft.com/office/drawing/2014/main" id="{FEEDAFEB-6010-CBA6-DABF-EC90E264EF83}"/>
                </a:ext>
              </a:extLst>
            </p:cNvPr>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7" name="Google Shape;12072;p68">
              <a:extLst>
                <a:ext uri="{FF2B5EF4-FFF2-40B4-BE49-F238E27FC236}">
                  <a16:creationId xmlns:a16="http://schemas.microsoft.com/office/drawing/2014/main" id="{5DF2C653-9965-1B82-BBC8-63589A3DF611}"/>
                </a:ext>
              </a:extLst>
            </p:cNvPr>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8" name="Google Shape;12073;p68">
              <a:extLst>
                <a:ext uri="{FF2B5EF4-FFF2-40B4-BE49-F238E27FC236}">
                  <a16:creationId xmlns:a16="http://schemas.microsoft.com/office/drawing/2014/main" id="{D8AD3941-46C3-7655-1C39-068F449975D8}"/>
                </a:ext>
              </a:extLst>
            </p:cNvPr>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19" name="Google Shape;12074;p68">
              <a:extLst>
                <a:ext uri="{FF2B5EF4-FFF2-40B4-BE49-F238E27FC236}">
                  <a16:creationId xmlns:a16="http://schemas.microsoft.com/office/drawing/2014/main" id="{12EBF0D9-9176-338D-4533-DC72769BBAAD}"/>
                </a:ext>
              </a:extLst>
            </p:cNvPr>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20" name="Google Shape;12075;p68">
              <a:extLst>
                <a:ext uri="{FF2B5EF4-FFF2-40B4-BE49-F238E27FC236}">
                  <a16:creationId xmlns:a16="http://schemas.microsoft.com/office/drawing/2014/main" id="{A9BEAA02-8AE1-BF5D-CE55-247860A72D7C}"/>
                </a:ext>
              </a:extLst>
            </p:cNvPr>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sp>
          <p:nvSpPr>
            <p:cNvPr id="34921" name="Google Shape;12076;p68">
              <a:extLst>
                <a:ext uri="{FF2B5EF4-FFF2-40B4-BE49-F238E27FC236}">
                  <a16:creationId xmlns:a16="http://schemas.microsoft.com/office/drawing/2014/main" id="{E3C4C425-5B9E-259A-6072-624112E7B656}"/>
                </a:ext>
              </a:extLst>
            </p:cNvPr>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grp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ts val="0"/>
                </a:spcBef>
                <a:spcAft>
                  <a:spcPts val="0"/>
                </a:spcAft>
                <a:defRPr/>
              </a:pPr>
              <a:endParaRPr sz="2489"/>
            </a:p>
          </p:txBody>
        </p:sp>
      </p:grpSp>
      <p:pic>
        <p:nvPicPr>
          <p:cNvPr id="2" name="Picture 51" descr="A red x symbol on a white background&#10;&#10;Description automatically generated">
            <a:extLst>
              <a:ext uri="{FF2B5EF4-FFF2-40B4-BE49-F238E27FC236}">
                <a16:creationId xmlns:a16="http://schemas.microsoft.com/office/drawing/2014/main" id="{FE37A582-70B4-4400-2C66-CE9C0CB82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750" y="1348013"/>
            <a:ext cx="934566" cy="10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1" descr="A red x symbol on a white background&#10;&#10;Description automatically generated">
            <a:extLst>
              <a:ext uri="{FF2B5EF4-FFF2-40B4-BE49-F238E27FC236}">
                <a16:creationId xmlns:a16="http://schemas.microsoft.com/office/drawing/2014/main" id="{CF4073E5-FC18-A9C5-72D9-294B5F9BF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9576" y="1339143"/>
            <a:ext cx="934566" cy="10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0882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Google Shape;233;p29">
            <a:extLst>
              <a:ext uri="{FF2B5EF4-FFF2-40B4-BE49-F238E27FC236}">
                <a16:creationId xmlns:a16="http://schemas.microsoft.com/office/drawing/2014/main" id="{AC4DE854-6B4F-7F39-C8C7-E6152F907C09}"/>
              </a:ext>
            </a:extLst>
          </p:cNvPr>
          <p:cNvSpPr txBox="1">
            <a:spLocks noGrp="1"/>
          </p:cNvSpPr>
          <p:nvPr>
            <p:ph type="ctrTitle"/>
          </p:nvPr>
        </p:nvSpPr>
        <p:spPr>
          <a:xfrm>
            <a:off x="4821061" y="4233872"/>
            <a:ext cx="2656417" cy="440996"/>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Font typeface="Besley" panose="020B0604020202020204" charset="0"/>
              <a:buNone/>
            </a:pPr>
            <a:r>
              <a:rPr lang="en-US" altLang="ar-SA" sz="2100" spc="300" dirty="0">
                <a:solidFill>
                  <a:schemeClr val="bg2">
                    <a:lumMod val="10000"/>
                  </a:schemeClr>
                </a:solidFill>
                <a:latin typeface="Bahnschrift SemiBold" panose="020B0502040204020203" pitchFamily="34" charset="0"/>
                <a:cs typeface="Besley" panose="020B0604020202020204" charset="0"/>
                <a:sym typeface="Besley" panose="020B0604020202020204" charset="0"/>
              </a:rPr>
              <a:t>DRUGIMPRINT</a:t>
            </a:r>
            <a:endParaRPr lang="ar-SA" altLang="ar-SA" sz="2100" spc="300" dirty="0">
              <a:solidFill>
                <a:schemeClr val="bg2">
                  <a:lumMod val="10000"/>
                </a:schemeClr>
              </a:solidFill>
              <a:latin typeface="Bahnschrift SemiBold" panose="020B0502040204020203" pitchFamily="34" charset="0"/>
              <a:cs typeface="Besley" panose="020B0604020202020204" charset="0"/>
              <a:sym typeface="Besley" panose="020B0604020202020204" charset="0"/>
            </a:endParaRPr>
          </a:p>
        </p:txBody>
      </p:sp>
      <p:sp>
        <p:nvSpPr>
          <p:cNvPr id="8" name="Google Shape;233;p29">
            <a:extLst>
              <a:ext uri="{FF2B5EF4-FFF2-40B4-BE49-F238E27FC236}">
                <a16:creationId xmlns:a16="http://schemas.microsoft.com/office/drawing/2014/main" id="{88ACA435-E8CA-829C-1E19-2A033BA7C217}"/>
              </a:ext>
            </a:extLst>
          </p:cNvPr>
          <p:cNvSpPr txBox="1">
            <a:spLocks/>
          </p:cNvSpPr>
          <p:nvPr/>
        </p:nvSpPr>
        <p:spPr bwMode="auto">
          <a:xfrm>
            <a:off x="884767" y="1615018"/>
            <a:ext cx="4940300" cy="1047749"/>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Font typeface="Besley" charset="0"/>
              <a:buNone/>
              <a:defRPr/>
            </a:pPr>
            <a:endParaRPr lang="ar-SA" altLang="ar-SA" sz="3733" kern="0" dirty="0">
              <a:solidFill>
                <a:schemeClr val="bg2">
                  <a:lumMod val="10000"/>
                </a:schemeClr>
              </a:solidFill>
              <a:latin typeface="Besley" charset="0"/>
              <a:cs typeface="Besley" charset="0"/>
              <a:sym typeface="Besley" charset="0"/>
            </a:endParaRPr>
          </a:p>
        </p:txBody>
      </p:sp>
      <p:sp>
        <p:nvSpPr>
          <p:cNvPr id="10" name="Google Shape;233;p29">
            <a:extLst>
              <a:ext uri="{FF2B5EF4-FFF2-40B4-BE49-F238E27FC236}">
                <a16:creationId xmlns:a16="http://schemas.microsoft.com/office/drawing/2014/main" id="{9775FD9E-A6C8-63A2-0A7B-7C3BBB7B84B9}"/>
              </a:ext>
            </a:extLst>
          </p:cNvPr>
          <p:cNvSpPr txBox="1">
            <a:spLocks/>
          </p:cNvSpPr>
          <p:nvPr/>
        </p:nvSpPr>
        <p:spPr bwMode="auto">
          <a:xfrm>
            <a:off x="1455847" y="5186502"/>
            <a:ext cx="9091084" cy="1123951"/>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spcBef>
                <a:spcPct val="0"/>
              </a:spcBef>
              <a:spcAft>
                <a:spcPct val="0"/>
              </a:spcAft>
              <a:buFont typeface="Besley" charset="0"/>
              <a:buNone/>
              <a:defRPr/>
            </a:pPr>
            <a:r>
              <a:rPr lang="en-US" altLang="ar-SA" sz="3733" kern="0" dirty="0">
                <a:solidFill>
                  <a:schemeClr val="tx1"/>
                </a:solidFill>
                <a:latin typeface="Aptos Display" panose="020B0004020202020204" pitchFamily="34" charset="0"/>
                <a:cs typeface="Besley" charset="0"/>
                <a:sym typeface="Besley" charset="0"/>
              </a:rPr>
              <a:t>We took the name out of the imprint that the drug leaves on the addict's Face.</a:t>
            </a:r>
          </a:p>
        </p:txBody>
      </p:sp>
      <p:sp>
        <p:nvSpPr>
          <p:cNvPr id="9" name="Google Shape;233;p29">
            <a:extLst>
              <a:ext uri="{FF2B5EF4-FFF2-40B4-BE49-F238E27FC236}">
                <a16:creationId xmlns:a16="http://schemas.microsoft.com/office/drawing/2014/main" id="{7C334FA3-025C-E730-D6B1-1417C0AF2FCF}"/>
              </a:ext>
            </a:extLst>
          </p:cNvPr>
          <p:cNvSpPr txBox="1">
            <a:spLocks/>
          </p:cNvSpPr>
          <p:nvPr/>
        </p:nvSpPr>
        <p:spPr bwMode="auto">
          <a:xfrm>
            <a:off x="742952" y="550334"/>
            <a:ext cx="7903633" cy="709084"/>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Font typeface="Besley" charset="0"/>
              <a:buNone/>
              <a:defRPr/>
            </a:pPr>
            <a:r>
              <a:rPr lang="en-US" altLang="ar-SA" sz="4800" kern="0" dirty="0">
                <a:solidFill>
                  <a:schemeClr val="bg2">
                    <a:lumMod val="10000"/>
                  </a:schemeClr>
                </a:solidFill>
                <a:latin typeface="Aptos Display" panose="020B0004020202020204" pitchFamily="34" charset="0"/>
                <a:cs typeface="Besley" charset="0"/>
                <a:sym typeface="Besley" charset="0"/>
              </a:rPr>
              <a:t>So, What Drug Imprint Means?</a:t>
            </a:r>
          </a:p>
        </p:txBody>
      </p:sp>
      <p:sp>
        <p:nvSpPr>
          <p:cNvPr id="11" name="Google Shape;304;p33">
            <a:extLst>
              <a:ext uri="{FF2B5EF4-FFF2-40B4-BE49-F238E27FC236}">
                <a16:creationId xmlns:a16="http://schemas.microsoft.com/office/drawing/2014/main" id="{C8B33F5E-ED2B-6947-9FC7-F29BBB062950}"/>
              </a:ext>
            </a:extLst>
          </p:cNvPr>
          <p:cNvSpPr/>
          <p:nvPr/>
        </p:nvSpPr>
        <p:spPr>
          <a:xfrm>
            <a:off x="-1266573" y="4032888"/>
            <a:ext cx="2656417"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12" name="Google Shape;304;p33">
            <a:extLst>
              <a:ext uri="{FF2B5EF4-FFF2-40B4-BE49-F238E27FC236}">
                <a16:creationId xmlns:a16="http://schemas.microsoft.com/office/drawing/2014/main" id="{EBEABA59-FE03-3823-E60A-B7D66D7C260F}"/>
              </a:ext>
            </a:extLst>
          </p:cNvPr>
          <p:cNvSpPr/>
          <p:nvPr/>
        </p:nvSpPr>
        <p:spPr>
          <a:xfrm>
            <a:off x="10471870" y="-758491"/>
            <a:ext cx="2656417" cy="2654301"/>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grpSp>
        <p:nvGrpSpPr>
          <p:cNvPr id="2" name="Group 17">
            <a:extLst>
              <a:ext uri="{FF2B5EF4-FFF2-40B4-BE49-F238E27FC236}">
                <a16:creationId xmlns:a16="http://schemas.microsoft.com/office/drawing/2014/main" id="{DD537B70-67BC-A852-00F3-35EC66621465}"/>
              </a:ext>
            </a:extLst>
          </p:cNvPr>
          <p:cNvGrpSpPr>
            <a:grpSpLocks/>
          </p:cNvGrpSpPr>
          <p:nvPr/>
        </p:nvGrpSpPr>
        <p:grpSpPr bwMode="auto">
          <a:xfrm>
            <a:off x="4920980" y="1691904"/>
            <a:ext cx="2042253" cy="2446395"/>
            <a:chOff x="2657413" y="326584"/>
            <a:chExt cx="1348024" cy="1784485"/>
          </a:xfrm>
          <a:noFill/>
        </p:grpSpPr>
        <p:grpSp>
          <p:nvGrpSpPr>
            <p:cNvPr id="3" name="Group 7">
              <a:extLst>
                <a:ext uri="{FF2B5EF4-FFF2-40B4-BE49-F238E27FC236}">
                  <a16:creationId xmlns:a16="http://schemas.microsoft.com/office/drawing/2014/main" id="{88187F4C-0BD1-AA5E-D7DA-6FE3630D60A9}"/>
                </a:ext>
              </a:extLst>
            </p:cNvPr>
            <p:cNvGrpSpPr>
              <a:grpSpLocks/>
            </p:cNvGrpSpPr>
            <p:nvPr/>
          </p:nvGrpSpPr>
          <p:grpSpPr bwMode="auto">
            <a:xfrm>
              <a:off x="2657413" y="1689237"/>
              <a:ext cx="418646" cy="421824"/>
              <a:chOff x="1457481" y="3155300"/>
              <a:chExt cx="418646" cy="421824"/>
            </a:xfrm>
            <a:grpFill/>
          </p:grpSpPr>
          <p:cxnSp>
            <p:nvCxnSpPr>
              <p:cNvPr id="18" name="Straight Connector 17">
                <a:extLst>
                  <a:ext uri="{FF2B5EF4-FFF2-40B4-BE49-F238E27FC236}">
                    <a16:creationId xmlns:a16="http://schemas.microsoft.com/office/drawing/2014/main" id="{D2EE074F-2584-F11E-2D92-F50D92EE4B07}"/>
                  </a:ext>
                </a:extLst>
              </p:cNvPr>
              <p:cNvCxnSpPr>
                <a:cxnSpLocks/>
              </p:cNvCxnSpPr>
              <p:nvPr/>
            </p:nvCxnSpPr>
            <p:spPr>
              <a:xfrm>
                <a:off x="1457481" y="3155300"/>
                <a:ext cx="3" cy="421821"/>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AECDA8F-5A5D-7DF0-9F03-2755ABADBB80}"/>
                  </a:ext>
                </a:extLst>
              </p:cNvPr>
              <p:cNvCxnSpPr>
                <a:cxnSpLocks/>
              </p:cNvCxnSpPr>
              <p:nvPr/>
            </p:nvCxnSpPr>
            <p:spPr>
              <a:xfrm>
                <a:off x="1457487" y="3577123"/>
                <a:ext cx="418640" cy="1"/>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4" name="Group 8">
              <a:extLst>
                <a:ext uri="{FF2B5EF4-FFF2-40B4-BE49-F238E27FC236}">
                  <a16:creationId xmlns:a16="http://schemas.microsoft.com/office/drawing/2014/main" id="{595C6B71-57F0-0989-CF49-854D9A5F934E}"/>
                </a:ext>
              </a:extLst>
            </p:cNvPr>
            <p:cNvGrpSpPr>
              <a:grpSpLocks/>
            </p:cNvGrpSpPr>
            <p:nvPr/>
          </p:nvGrpSpPr>
          <p:grpSpPr bwMode="auto">
            <a:xfrm rot="10800000">
              <a:off x="3615386" y="326584"/>
              <a:ext cx="390051" cy="423419"/>
              <a:chOff x="7639563" y="4222490"/>
              <a:chExt cx="390051" cy="423419"/>
            </a:xfrm>
            <a:grpFill/>
          </p:grpSpPr>
          <p:cxnSp>
            <p:nvCxnSpPr>
              <p:cNvPr id="16" name="Straight Connector 15">
                <a:extLst>
                  <a:ext uri="{FF2B5EF4-FFF2-40B4-BE49-F238E27FC236}">
                    <a16:creationId xmlns:a16="http://schemas.microsoft.com/office/drawing/2014/main" id="{F2779B11-F0EF-3EBE-09CB-F5C4888699EF}"/>
                  </a:ext>
                </a:extLst>
              </p:cNvPr>
              <p:cNvCxnSpPr>
                <a:cxnSpLocks/>
              </p:cNvCxnSpPr>
              <p:nvPr/>
            </p:nvCxnSpPr>
            <p:spPr>
              <a:xfrm rot="10800000" flipV="1">
                <a:off x="7639563" y="4222490"/>
                <a:ext cx="0" cy="423419"/>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07A386A-44D0-7ED2-8836-798A9F483FB0}"/>
                  </a:ext>
                </a:extLst>
              </p:cNvPr>
              <p:cNvCxnSpPr>
                <a:cxnSpLocks/>
              </p:cNvCxnSpPr>
              <p:nvPr/>
            </p:nvCxnSpPr>
            <p:spPr>
              <a:xfrm rot="10800000" flipH="1">
                <a:off x="7639565" y="4644323"/>
                <a:ext cx="390049" cy="0"/>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5" name="Group 11">
              <a:extLst>
                <a:ext uri="{FF2B5EF4-FFF2-40B4-BE49-F238E27FC236}">
                  <a16:creationId xmlns:a16="http://schemas.microsoft.com/office/drawing/2014/main" id="{373BEB89-778F-B95C-9B19-DDC070122C29}"/>
                </a:ext>
              </a:extLst>
            </p:cNvPr>
            <p:cNvGrpSpPr>
              <a:grpSpLocks/>
            </p:cNvGrpSpPr>
            <p:nvPr/>
          </p:nvGrpSpPr>
          <p:grpSpPr bwMode="auto">
            <a:xfrm rot="-5400000">
              <a:off x="3598747" y="1705886"/>
              <a:ext cx="421830" cy="388535"/>
              <a:chOff x="4765949" y="327166"/>
              <a:chExt cx="421830" cy="388535"/>
            </a:xfrm>
            <a:grpFill/>
          </p:grpSpPr>
          <p:cxnSp>
            <p:nvCxnSpPr>
              <p:cNvPr id="14" name="Straight Connector 13">
                <a:extLst>
                  <a:ext uri="{FF2B5EF4-FFF2-40B4-BE49-F238E27FC236}">
                    <a16:creationId xmlns:a16="http://schemas.microsoft.com/office/drawing/2014/main" id="{DF4300EF-CEA0-B033-765B-E763926A69D2}"/>
                  </a:ext>
                </a:extLst>
              </p:cNvPr>
              <p:cNvCxnSpPr>
                <a:cxnSpLocks/>
              </p:cNvCxnSpPr>
              <p:nvPr/>
            </p:nvCxnSpPr>
            <p:spPr>
              <a:xfrm rot="5400000">
                <a:off x="4571685" y="521434"/>
                <a:ext cx="388535" cy="0"/>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2046AD2-A1F2-4773-BF1F-C953EE584662}"/>
                  </a:ext>
                </a:extLst>
              </p:cNvPr>
              <p:cNvCxnSpPr>
                <a:cxnSpLocks/>
              </p:cNvCxnSpPr>
              <p:nvPr/>
            </p:nvCxnSpPr>
            <p:spPr>
              <a:xfrm rot="5400000" flipV="1">
                <a:off x="4976863" y="504780"/>
                <a:ext cx="2" cy="421830"/>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6" name="Group 14">
              <a:extLst>
                <a:ext uri="{FF2B5EF4-FFF2-40B4-BE49-F238E27FC236}">
                  <a16:creationId xmlns:a16="http://schemas.microsoft.com/office/drawing/2014/main" id="{F27BAA0F-22CA-3FB0-380B-A1223C545726}"/>
                </a:ext>
              </a:extLst>
            </p:cNvPr>
            <p:cNvGrpSpPr>
              <a:grpSpLocks/>
            </p:cNvGrpSpPr>
            <p:nvPr/>
          </p:nvGrpSpPr>
          <p:grpSpPr bwMode="auto">
            <a:xfrm rot="5400000">
              <a:off x="2616323" y="378290"/>
              <a:ext cx="423416" cy="341198"/>
              <a:chOff x="3703203" y="6561093"/>
              <a:chExt cx="423416" cy="341198"/>
            </a:xfrm>
            <a:grpFill/>
          </p:grpSpPr>
          <p:cxnSp>
            <p:nvCxnSpPr>
              <p:cNvPr id="7" name="Straight Connector 6">
                <a:extLst>
                  <a:ext uri="{FF2B5EF4-FFF2-40B4-BE49-F238E27FC236}">
                    <a16:creationId xmlns:a16="http://schemas.microsoft.com/office/drawing/2014/main" id="{187843C6-694E-530B-DB52-D89245950925}"/>
                  </a:ext>
                </a:extLst>
              </p:cNvPr>
              <p:cNvCxnSpPr>
                <a:cxnSpLocks/>
              </p:cNvCxnSpPr>
              <p:nvPr/>
            </p:nvCxnSpPr>
            <p:spPr>
              <a:xfrm rot="16200000" flipH="1">
                <a:off x="3532608" y="6731692"/>
                <a:ext cx="341197" cy="0"/>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BF4C9B-F2E3-1AB1-C344-03D8D060FC62}"/>
                  </a:ext>
                </a:extLst>
              </p:cNvPr>
              <p:cNvCxnSpPr>
                <a:cxnSpLocks/>
              </p:cNvCxnSpPr>
              <p:nvPr/>
            </p:nvCxnSpPr>
            <p:spPr>
              <a:xfrm rot="16200000" flipH="1">
                <a:off x="3914116" y="6689788"/>
                <a:ext cx="1590" cy="423416"/>
              </a:xfrm>
              <a:prstGeom prst="line">
                <a:avLst/>
              </a:prstGeom>
              <a:grpFill/>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pic>
        <p:nvPicPr>
          <p:cNvPr id="20" name="Picture 17017" descr="A face id with a pill&#10;&#10;Description automatically generated">
            <a:extLst>
              <a:ext uri="{FF2B5EF4-FFF2-40B4-BE49-F238E27FC236}">
                <a16:creationId xmlns:a16="http://schemas.microsoft.com/office/drawing/2014/main" id="{96025C0E-5908-55CF-59A2-D4BD676E8CB6}"/>
              </a:ext>
            </a:extLst>
          </p:cNvPr>
          <p:cNvPicPr>
            <a:picLocks noChangeAspect="1" noChangeArrowheads="1"/>
          </p:cNvPicPr>
          <p:nvPr/>
        </p:nvPicPr>
        <p:blipFill>
          <a:blip r:embed="rId3">
            <a:biLevel thresh="75000"/>
            <a:extLst>
              <a:ext uri="{28A0092B-C50C-407E-A947-70E740481C1C}">
                <a14:useLocalDpi xmlns:a14="http://schemas.microsoft.com/office/drawing/2010/main" val="0"/>
              </a:ext>
            </a:extLst>
          </a:blip>
          <a:srcRect/>
          <a:stretch>
            <a:fillRect/>
          </a:stretch>
        </p:blipFill>
        <p:spPr bwMode="auto">
          <a:xfrm>
            <a:off x="4689056" y="1706431"/>
            <a:ext cx="2624667" cy="3127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698647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Google Shape;233;p29">
            <a:extLst>
              <a:ext uri="{FF2B5EF4-FFF2-40B4-BE49-F238E27FC236}">
                <a16:creationId xmlns:a16="http://schemas.microsoft.com/office/drawing/2014/main" id="{88ACA435-E8CA-829C-1E19-2A033BA7C217}"/>
              </a:ext>
            </a:extLst>
          </p:cNvPr>
          <p:cNvSpPr txBox="1">
            <a:spLocks/>
          </p:cNvSpPr>
          <p:nvPr/>
        </p:nvSpPr>
        <p:spPr bwMode="auto">
          <a:xfrm>
            <a:off x="884767" y="1615018"/>
            <a:ext cx="4940300" cy="1047749"/>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Font typeface="Besley" charset="0"/>
              <a:buNone/>
              <a:defRPr/>
            </a:pPr>
            <a:endParaRPr lang="ar-SA" altLang="ar-SA" sz="3733" kern="0" dirty="0">
              <a:solidFill>
                <a:schemeClr val="bg2">
                  <a:lumMod val="10000"/>
                </a:schemeClr>
              </a:solidFill>
              <a:latin typeface="Besley" charset="0"/>
              <a:cs typeface="Besley" charset="0"/>
              <a:sym typeface="Besley" charset="0"/>
            </a:endParaRPr>
          </a:p>
        </p:txBody>
      </p:sp>
      <p:sp>
        <p:nvSpPr>
          <p:cNvPr id="11" name="Google Shape;304;p33">
            <a:extLst>
              <a:ext uri="{FF2B5EF4-FFF2-40B4-BE49-F238E27FC236}">
                <a16:creationId xmlns:a16="http://schemas.microsoft.com/office/drawing/2014/main" id="{C8B33F5E-ED2B-6947-9FC7-F29BBB062950}"/>
              </a:ext>
            </a:extLst>
          </p:cNvPr>
          <p:cNvSpPr/>
          <p:nvPr/>
        </p:nvSpPr>
        <p:spPr>
          <a:xfrm>
            <a:off x="-1328209" y="1813469"/>
            <a:ext cx="2656417"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12" name="Google Shape;304;p33">
            <a:extLst>
              <a:ext uri="{FF2B5EF4-FFF2-40B4-BE49-F238E27FC236}">
                <a16:creationId xmlns:a16="http://schemas.microsoft.com/office/drawing/2014/main" id="{EBEABA59-FE03-3823-E60A-B7D66D7C260F}"/>
              </a:ext>
            </a:extLst>
          </p:cNvPr>
          <p:cNvSpPr/>
          <p:nvPr/>
        </p:nvSpPr>
        <p:spPr>
          <a:xfrm>
            <a:off x="10516258" y="-233882"/>
            <a:ext cx="2656417" cy="2654301"/>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22" name="Google Shape;233;p29">
            <a:extLst>
              <a:ext uri="{FF2B5EF4-FFF2-40B4-BE49-F238E27FC236}">
                <a16:creationId xmlns:a16="http://schemas.microsoft.com/office/drawing/2014/main" id="{C842B427-7E7A-C615-18C2-ECC82E65991A}"/>
              </a:ext>
            </a:extLst>
          </p:cNvPr>
          <p:cNvSpPr txBox="1">
            <a:spLocks/>
          </p:cNvSpPr>
          <p:nvPr/>
        </p:nvSpPr>
        <p:spPr bwMode="auto">
          <a:xfrm>
            <a:off x="2393118" y="2561024"/>
            <a:ext cx="6863897" cy="3268420"/>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marR="0" algn="just">
              <a:lnSpc>
                <a:spcPct val="150000"/>
              </a:lnSpc>
              <a:spcBef>
                <a:spcPts val="600"/>
              </a:spcBef>
              <a:spcAft>
                <a:spcPts val="0"/>
              </a:spcAft>
            </a:pPr>
            <a:endParaRPr lang="en-US" sz="1800" dirty="0">
              <a:solidFill>
                <a:srgbClr val="000000"/>
              </a:solidFill>
              <a:effectLst/>
              <a:latin typeface="Times New Roman" panose="02020603050405020304" pitchFamily="18" charset="0"/>
              <a:ea typeface="Calibri" panose="020F0502020204030204" pitchFamily="34" charset="0"/>
            </a:endParaRPr>
          </a:p>
          <a:p>
            <a:pPr marL="342900" marR="0" lvl="0" indent="-342900">
              <a:lnSpc>
                <a:spcPct val="150000"/>
              </a:lnSpc>
              <a:spcBef>
                <a:spcPts val="600"/>
              </a:spcBef>
              <a:spcAft>
                <a:spcPts val="0"/>
              </a:spcAft>
              <a:buFont typeface="Wingdings" panose="05000000000000000000" pitchFamily="2" charset="2"/>
              <a:buChar char="ü"/>
            </a:pPr>
            <a:r>
              <a:rPr lang="ms-MY" sz="1800" dirty="0">
                <a:solidFill>
                  <a:srgbClr val="000000"/>
                </a:solidFill>
                <a:effectLst/>
                <a:latin typeface="Times New Roman" panose="02020603050405020304" pitchFamily="18" charset="0"/>
                <a:ea typeface="MS Mincho" panose="02020609040205080304" pitchFamily="49" charset="-128"/>
                <a:cs typeface="Arial" panose="020B0604020202020204" pitchFamily="34" charset="0"/>
              </a:rPr>
              <a:t>To develop AI model which can identify an illicit drug abuser just by giving an image for face or eye.</a:t>
            </a:r>
            <a:endParaRPr lang="en-US" sz="1800" dirty="0">
              <a:solidFill>
                <a:srgbClr val="000000"/>
              </a:solidFill>
              <a:effectLst/>
              <a:latin typeface="Cambria" panose="02040503050406030204" pitchFamily="18" charset="0"/>
              <a:ea typeface="MS Mincho" panose="02020609040205080304" pitchFamily="49" charset="-128"/>
              <a:cs typeface="Arial" panose="020B0604020202020204" pitchFamily="34" charset="0"/>
            </a:endParaRPr>
          </a:p>
          <a:p>
            <a:pPr marL="342900" marR="0" lvl="0" indent="-342900">
              <a:lnSpc>
                <a:spcPct val="150000"/>
              </a:lnSpc>
              <a:spcBef>
                <a:spcPts val="600"/>
              </a:spcBef>
              <a:spcAft>
                <a:spcPts val="0"/>
              </a:spcAft>
              <a:buFont typeface="Wingdings" panose="05000000000000000000" pitchFamily="2" charset="2"/>
              <a:buChar char="ü"/>
            </a:pPr>
            <a:r>
              <a:rPr lang="en-US" sz="1800" dirty="0">
                <a:solidFill>
                  <a:srgbClr val="000000"/>
                </a:solidFill>
                <a:effectLst/>
                <a:latin typeface="Times New Roman" panose="02020603050405020304" pitchFamily="18" charset="0"/>
                <a:ea typeface="MS Mincho" panose="02020609040205080304" pitchFamily="49" charset="-128"/>
                <a:cs typeface="Arial" panose="020B0604020202020204" pitchFamily="34" charset="0"/>
              </a:rPr>
              <a:t>To propose 3 different approaches using machine learning &amp; deep learning techniques and compare between them and choose the best approach.  </a:t>
            </a:r>
            <a:endParaRPr lang="en-US" sz="1800" dirty="0">
              <a:solidFill>
                <a:srgbClr val="000000"/>
              </a:solidFill>
              <a:effectLst/>
              <a:latin typeface="Cambria" panose="02040503050406030204" pitchFamily="18" charset="0"/>
              <a:ea typeface="MS Mincho" panose="02020609040205080304" pitchFamily="49" charset="-128"/>
              <a:cs typeface="Arial" panose="020B0604020202020204" pitchFamily="34" charset="0"/>
            </a:endParaRPr>
          </a:p>
          <a:p>
            <a:pPr marL="342900" marR="0" lvl="0" indent="-342900">
              <a:lnSpc>
                <a:spcPct val="150000"/>
              </a:lnSpc>
              <a:spcBef>
                <a:spcPts val="600"/>
              </a:spcBef>
              <a:spcAft>
                <a:spcPts val="0"/>
              </a:spcAft>
              <a:buFont typeface="Wingdings" panose="05000000000000000000" pitchFamily="2" charset="2"/>
              <a:buChar char="ü"/>
            </a:pPr>
            <a:r>
              <a:rPr lang="ms-MY" sz="1800" dirty="0">
                <a:solidFill>
                  <a:srgbClr val="000000"/>
                </a:solidFill>
                <a:effectLst/>
                <a:latin typeface="Times New Roman" panose="02020603050405020304" pitchFamily="18" charset="0"/>
                <a:ea typeface="MS Mincho" panose="02020609040205080304" pitchFamily="49" charset="-128"/>
                <a:cs typeface="Arial" panose="020B0604020202020204" pitchFamily="34" charset="0"/>
              </a:rPr>
              <a:t>To make detection becomes faster, more accurate, and cost-effective.</a:t>
            </a:r>
            <a:endParaRPr lang="en-US" sz="1800" dirty="0">
              <a:solidFill>
                <a:srgbClr val="000000"/>
              </a:solidFill>
              <a:effectLst/>
              <a:latin typeface="Cambria" panose="02040503050406030204" pitchFamily="18" charset="0"/>
              <a:ea typeface="MS Mincho" panose="02020609040205080304" pitchFamily="49" charset="-128"/>
              <a:cs typeface="Arial" panose="020B0604020202020204" pitchFamily="34" charset="0"/>
            </a:endParaRPr>
          </a:p>
          <a:p>
            <a:pPr marL="342900" marR="0" lvl="0" indent="-342900">
              <a:lnSpc>
                <a:spcPct val="150000"/>
              </a:lnSpc>
              <a:spcBef>
                <a:spcPts val="600"/>
              </a:spcBef>
              <a:spcAft>
                <a:spcPts val="0"/>
              </a:spcAft>
              <a:buFont typeface="Wingdings" panose="05000000000000000000" pitchFamily="2" charset="2"/>
              <a:buChar char="ü"/>
            </a:pPr>
            <a:r>
              <a:rPr lang="ms-MY" sz="1800" dirty="0">
                <a:solidFill>
                  <a:srgbClr val="000000"/>
                </a:solidFill>
                <a:effectLst/>
                <a:latin typeface="Times New Roman" panose="02020603050405020304" pitchFamily="18" charset="0"/>
                <a:ea typeface="MS Mincho" panose="02020609040205080304" pitchFamily="49" charset="-128"/>
                <a:cs typeface="Arial" panose="020B0604020202020204" pitchFamily="34" charset="0"/>
              </a:rPr>
              <a:t>To help the security-sector and health-sector detect drug abusers in a simple and highly accurate way.</a:t>
            </a:r>
            <a:endParaRPr lang="en-US" sz="1800" dirty="0">
              <a:solidFill>
                <a:srgbClr val="000000"/>
              </a:solidFill>
              <a:effectLst/>
              <a:latin typeface="Cambria" panose="02040503050406030204" pitchFamily="18" charset="0"/>
              <a:ea typeface="MS Mincho" panose="02020609040205080304" pitchFamily="49" charset="-128"/>
              <a:cs typeface="Arial" panose="020B0604020202020204" pitchFamily="34" charset="0"/>
            </a:endParaRPr>
          </a:p>
        </p:txBody>
      </p:sp>
      <p:sp>
        <p:nvSpPr>
          <p:cNvPr id="23" name="Google Shape;233;p29">
            <a:extLst>
              <a:ext uri="{FF2B5EF4-FFF2-40B4-BE49-F238E27FC236}">
                <a16:creationId xmlns:a16="http://schemas.microsoft.com/office/drawing/2014/main" id="{029EA0CA-1E88-B00F-7BFC-BE6CE1B9D202}"/>
              </a:ext>
            </a:extLst>
          </p:cNvPr>
          <p:cNvSpPr txBox="1">
            <a:spLocks/>
          </p:cNvSpPr>
          <p:nvPr/>
        </p:nvSpPr>
        <p:spPr bwMode="auto">
          <a:xfrm>
            <a:off x="2393118" y="811436"/>
            <a:ext cx="7903633" cy="709084"/>
          </a:xfrm>
          <a:prstGeom prst="rect">
            <a:avLst/>
          </a:prstGeom>
          <a:noFill/>
          <a:ln>
            <a:noFill/>
          </a:ln>
        </p:spPr>
        <p:txBody>
          <a:bodyPr spcFirstLastPara="1" lIns="121900" tIns="121900" rIns="121900" bIns="121900" anchor="b"/>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Font typeface="Besley" charset="0"/>
              <a:buNone/>
              <a:defRPr/>
            </a:pPr>
            <a:r>
              <a:rPr lang="en-US" altLang="ar-SA" sz="4800" kern="0" dirty="0">
                <a:solidFill>
                  <a:schemeClr val="bg2">
                    <a:lumMod val="10000"/>
                  </a:schemeClr>
                </a:solidFill>
                <a:latin typeface="Aptos Display" panose="020B0004020202020204" pitchFamily="34" charset="0"/>
                <a:cs typeface="Besley" charset="0"/>
                <a:sym typeface="Besley" charset="0"/>
              </a:rPr>
              <a:t>Our Objective :</a:t>
            </a:r>
          </a:p>
        </p:txBody>
      </p:sp>
    </p:spTree>
    <p:extLst>
      <p:ext uri="{BB962C8B-B14F-4D97-AF65-F5344CB8AC3E}">
        <p14:creationId xmlns:p14="http://schemas.microsoft.com/office/powerpoint/2010/main" val="2269507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D9D2D85-581E-21F1-C7EC-B63F16556F76}"/>
              </a:ext>
            </a:extLst>
          </p:cNvPr>
          <p:cNvGrpSpPr/>
          <p:nvPr/>
        </p:nvGrpSpPr>
        <p:grpSpPr>
          <a:xfrm>
            <a:off x="-5364479" y="-483050"/>
            <a:ext cx="10199304" cy="8340119"/>
            <a:chOff x="-4936759" y="-160020"/>
            <a:chExt cx="7649478" cy="5631180"/>
          </a:xfrm>
          <a:solidFill>
            <a:srgbClr val="93EDF1"/>
          </a:solidFill>
        </p:grpSpPr>
        <p:sp>
          <p:nvSpPr>
            <p:cNvPr id="2" name="Rectangle: Rounded Corners 1">
              <a:extLst>
                <a:ext uri="{FF2B5EF4-FFF2-40B4-BE49-F238E27FC236}">
                  <a16:creationId xmlns:a16="http://schemas.microsoft.com/office/drawing/2014/main" id="{7D4CBA97-F4F0-52B2-2F44-B5FBA5F43FD4}"/>
                </a:ext>
              </a:extLst>
            </p:cNvPr>
            <p:cNvSpPr/>
            <p:nvPr/>
          </p:nvSpPr>
          <p:spPr>
            <a:xfrm>
              <a:off x="-4936759" y="-160020"/>
              <a:ext cx="7458967" cy="5631180"/>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a:sym typeface="Arial"/>
              </a:endParaRPr>
            </a:p>
          </p:txBody>
        </p:sp>
        <p:sp>
          <p:nvSpPr>
            <p:cNvPr id="3" name="Rectangle 2">
              <a:extLst>
                <a:ext uri="{FF2B5EF4-FFF2-40B4-BE49-F238E27FC236}">
                  <a16:creationId xmlns:a16="http://schemas.microsoft.com/office/drawing/2014/main" id="{12EFBE7F-FBBC-AF95-7840-90F69F0977C5}"/>
                </a:ext>
              </a:extLst>
            </p:cNvPr>
            <p:cNvSpPr/>
            <p:nvPr/>
          </p:nvSpPr>
          <p:spPr>
            <a:xfrm>
              <a:off x="2392680" y="510540"/>
              <a:ext cx="320039" cy="4866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dirty="0">
                <a:sym typeface="Arial"/>
              </a:endParaRPr>
            </a:p>
          </p:txBody>
        </p:sp>
      </p:grpSp>
      <p:grpSp>
        <p:nvGrpSpPr>
          <p:cNvPr id="11" name="Group 10">
            <a:extLst>
              <a:ext uri="{FF2B5EF4-FFF2-40B4-BE49-F238E27FC236}">
                <a16:creationId xmlns:a16="http://schemas.microsoft.com/office/drawing/2014/main" id="{CA24102C-DF8A-89DF-8C8D-49246600C53B}"/>
              </a:ext>
            </a:extLst>
          </p:cNvPr>
          <p:cNvGrpSpPr/>
          <p:nvPr/>
        </p:nvGrpSpPr>
        <p:grpSpPr>
          <a:xfrm>
            <a:off x="-6076401" y="-489108"/>
            <a:ext cx="10467504" cy="8339328"/>
            <a:chOff x="-5137909" y="-160020"/>
            <a:chExt cx="7850628" cy="5630646"/>
          </a:xfrm>
          <a:solidFill>
            <a:srgbClr val="3ADEE6"/>
          </a:solidFill>
        </p:grpSpPr>
        <p:sp>
          <p:nvSpPr>
            <p:cNvPr id="12" name="Rectangle: Rounded Corners 11">
              <a:extLst>
                <a:ext uri="{FF2B5EF4-FFF2-40B4-BE49-F238E27FC236}">
                  <a16:creationId xmlns:a16="http://schemas.microsoft.com/office/drawing/2014/main" id="{9DD5E13A-9297-57D7-93ED-46D0DED14E9E}"/>
                </a:ext>
              </a:extLst>
            </p:cNvPr>
            <p:cNvSpPr/>
            <p:nvPr/>
          </p:nvSpPr>
          <p:spPr>
            <a:xfrm>
              <a:off x="-5137909" y="-160020"/>
              <a:ext cx="7660117" cy="5630646"/>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a:sym typeface="Arial"/>
              </a:endParaRPr>
            </a:p>
          </p:txBody>
        </p:sp>
        <p:sp>
          <p:nvSpPr>
            <p:cNvPr id="13" name="Rectangle 12">
              <a:extLst>
                <a:ext uri="{FF2B5EF4-FFF2-40B4-BE49-F238E27FC236}">
                  <a16:creationId xmlns:a16="http://schemas.microsoft.com/office/drawing/2014/main" id="{2FE7261E-95C2-8F6F-8C34-263031079FD4}"/>
                </a:ext>
              </a:extLst>
            </p:cNvPr>
            <p:cNvSpPr/>
            <p:nvPr/>
          </p:nvSpPr>
          <p:spPr>
            <a:xfrm>
              <a:off x="2392680" y="1059180"/>
              <a:ext cx="320039" cy="4866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dirty="0">
                <a:sym typeface="Arial"/>
              </a:endParaRPr>
            </a:p>
          </p:txBody>
        </p:sp>
      </p:grpSp>
      <p:grpSp>
        <p:nvGrpSpPr>
          <p:cNvPr id="14" name="Group 13">
            <a:extLst>
              <a:ext uri="{FF2B5EF4-FFF2-40B4-BE49-F238E27FC236}">
                <a16:creationId xmlns:a16="http://schemas.microsoft.com/office/drawing/2014/main" id="{D6BB7D5B-BFEE-5A12-34FA-4213AF7FC612}"/>
              </a:ext>
            </a:extLst>
          </p:cNvPr>
          <p:cNvGrpSpPr/>
          <p:nvPr/>
        </p:nvGrpSpPr>
        <p:grpSpPr>
          <a:xfrm>
            <a:off x="-6520123" y="-495165"/>
            <a:ext cx="10443868" cy="8340119"/>
            <a:chOff x="-5120182" y="-160020"/>
            <a:chExt cx="7832901" cy="5631180"/>
          </a:xfrm>
          <a:solidFill>
            <a:srgbClr val="1AC7D0"/>
          </a:solidFill>
        </p:grpSpPr>
        <p:sp>
          <p:nvSpPr>
            <p:cNvPr id="15" name="Rectangle: Rounded Corners 14">
              <a:extLst>
                <a:ext uri="{FF2B5EF4-FFF2-40B4-BE49-F238E27FC236}">
                  <a16:creationId xmlns:a16="http://schemas.microsoft.com/office/drawing/2014/main" id="{DD628C0D-1E93-04EE-7067-803ABC78B0E4}"/>
                </a:ext>
              </a:extLst>
            </p:cNvPr>
            <p:cNvSpPr/>
            <p:nvPr/>
          </p:nvSpPr>
          <p:spPr>
            <a:xfrm>
              <a:off x="-5120182" y="-160020"/>
              <a:ext cx="7642390" cy="5631180"/>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a:sym typeface="Arial"/>
              </a:endParaRPr>
            </a:p>
          </p:txBody>
        </p:sp>
        <p:sp>
          <p:nvSpPr>
            <p:cNvPr id="16" name="Rectangle 15">
              <a:extLst>
                <a:ext uri="{FF2B5EF4-FFF2-40B4-BE49-F238E27FC236}">
                  <a16:creationId xmlns:a16="http://schemas.microsoft.com/office/drawing/2014/main" id="{69B2F0A1-C4E9-FCA6-B5CF-817F9AE0A8FA}"/>
                </a:ext>
              </a:extLst>
            </p:cNvPr>
            <p:cNvSpPr/>
            <p:nvPr/>
          </p:nvSpPr>
          <p:spPr>
            <a:xfrm>
              <a:off x="2392680" y="1668780"/>
              <a:ext cx="320039" cy="4866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dirty="0">
                <a:sym typeface="Arial"/>
              </a:endParaRPr>
            </a:p>
          </p:txBody>
        </p:sp>
      </p:grpSp>
      <p:grpSp>
        <p:nvGrpSpPr>
          <p:cNvPr id="17" name="Group 16">
            <a:extLst>
              <a:ext uri="{FF2B5EF4-FFF2-40B4-BE49-F238E27FC236}">
                <a16:creationId xmlns:a16="http://schemas.microsoft.com/office/drawing/2014/main" id="{BE519E98-FE4A-15F4-8D0F-402F5008261E}"/>
              </a:ext>
            </a:extLst>
          </p:cNvPr>
          <p:cNvGrpSpPr/>
          <p:nvPr/>
        </p:nvGrpSpPr>
        <p:grpSpPr>
          <a:xfrm>
            <a:off x="-9599597" y="-495165"/>
            <a:ext cx="13096623" cy="8340119"/>
            <a:chOff x="-7099588" y="-160020"/>
            <a:chExt cx="9822467" cy="5631180"/>
          </a:xfrm>
          <a:solidFill>
            <a:srgbClr val="17ADB5"/>
          </a:solidFill>
        </p:grpSpPr>
        <p:sp>
          <p:nvSpPr>
            <p:cNvPr id="18" name="Rectangle: Rounded Corners 17">
              <a:extLst>
                <a:ext uri="{FF2B5EF4-FFF2-40B4-BE49-F238E27FC236}">
                  <a16:creationId xmlns:a16="http://schemas.microsoft.com/office/drawing/2014/main" id="{E70CEF2F-57FC-153F-6763-65C5242B2151}"/>
                </a:ext>
              </a:extLst>
            </p:cNvPr>
            <p:cNvSpPr/>
            <p:nvPr/>
          </p:nvSpPr>
          <p:spPr>
            <a:xfrm>
              <a:off x="-7099588" y="-160020"/>
              <a:ext cx="9637776" cy="5631180"/>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a:sym typeface="Arial"/>
              </a:endParaRPr>
            </a:p>
          </p:txBody>
        </p:sp>
        <p:sp>
          <p:nvSpPr>
            <p:cNvPr id="19" name="Rectangle 18">
              <a:extLst>
                <a:ext uri="{FF2B5EF4-FFF2-40B4-BE49-F238E27FC236}">
                  <a16:creationId xmlns:a16="http://schemas.microsoft.com/office/drawing/2014/main" id="{80C7D776-014C-29EC-00AE-2CBDEE9D3D60}"/>
                </a:ext>
              </a:extLst>
            </p:cNvPr>
            <p:cNvSpPr/>
            <p:nvPr/>
          </p:nvSpPr>
          <p:spPr>
            <a:xfrm>
              <a:off x="2402840" y="2288540"/>
              <a:ext cx="320039" cy="4866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dirty="0">
                <a:sym typeface="Arial"/>
              </a:endParaRPr>
            </a:p>
          </p:txBody>
        </p:sp>
      </p:grpSp>
      <p:sp>
        <p:nvSpPr>
          <p:cNvPr id="65542" name="Google Shape;266;p32">
            <a:extLst>
              <a:ext uri="{FF2B5EF4-FFF2-40B4-BE49-F238E27FC236}">
                <a16:creationId xmlns:a16="http://schemas.microsoft.com/office/drawing/2014/main" id="{84E87078-AD76-BEBE-811D-6F1EBE85F074}"/>
              </a:ext>
            </a:extLst>
          </p:cNvPr>
          <p:cNvSpPr txBox="1">
            <a:spLocks noGrp="1"/>
          </p:cNvSpPr>
          <p:nvPr>
            <p:ph type="title"/>
          </p:nvPr>
        </p:nvSpPr>
        <p:spPr>
          <a:xfrm>
            <a:off x="4375151" y="1945217"/>
            <a:ext cx="7147983" cy="1346200"/>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spcBef>
                <a:spcPct val="0"/>
              </a:spcBef>
              <a:spcAft>
                <a:spcPct val="0"/>
              </a:spcAft>
              <a:buClr>
                <a:srgbClr val="FFFFFF"/>
              </a:buClr>
              <a:buFont typeface="Besley" charset="0"/>
              <a:buNone/>
              <a:defRPr/>
            </a:pPr>
            <a:r>
              <a:rPr lang="en-US" altLang="ar-SA" sz="7200" dirty="0">
                <a:solidFill>
                  <a:schemeClr val="bg2">
                    <a:lumMod val="10000"/>
                  </a:schemeClr>
                </a:solidFill>
                <a:latin typeface="Aptos Display" panose="020B0004020202020204" pitchFamily="34" charset="0"/>
                <a:cs typeface="Besley" charset="0"/>
                <a:sym typeface="Besley" charset="0"/>
              </a:rPr>
              <a:t>System</a:t>
            </a:r>
            <a:br>
              <a:rPr lang="en-US" altLang="ar-SA" sz="7200" dirty="0">
                <a:solidFill>
                  <a:schemeClr val="bg2">
                    <a:lumMod val="10000"/>
                  </a:schemeClr>
                </a:solidFill>
                <a:latin typeface="Aptos Display" panose="020B0004020202020204" pitchFamily="34" charset="0"/>
                <a:cs typeface="Besley" charset="0"/>
                <a:sym typeface="Besley" charset="0"/>
              </a:rPr>
            </a:br>
            <a:r>
              <a:rPr lang="en-US" altLang="ar-SA" sz="7200" dirty="0">
                <a:solidFill>
                  <a:schemeClr val="bg2">
                    <a:lumMod val="10000"/>
                  </a:schemeClr>
                </a:solidFill>
                <a:latin typeface="Aptos Display" panose="020B0004020202020204" pitchFamily="34" charset="0"/>
                <a:cs typeface="Besley" charset="0"/>
                <a:sym typeface="Besley" charset="0"/>
              </a:rPr>
              <a:t> Analysis</a:t>
            </a:r>
            <a:br>
              <a:rPr lang="en-US" altLang="ar-SA" sz="7200" dirty="0">
                <a:solidFill>
                  <a:schemeClr val="bg2">
                    <a:lumMod val="10000"/>
                  </a:schemeClr>
                </a:solidFill>
                <a:latin typeface="Aptos Display" panose="020B0004020202020204" pitchFamily="34" charset="0"/>
                <a:cs typeface="Besley" charset="0"/>
                <a:sym typeface="Besley" charset="0"/>
              </a:rPr>
            </a:br>
            <a:r>
              <a:rPr lang="en-US" altLang="ar-SA" sz="7200" dirty="0">
                <a:solidFill>
                  <a:schemeClr val="bg2">
                    <a:lumMod val="10000"/>
                  </a:schemeClr>
                </a:solidFill>
                <a:latin typeface="Aptos Display" panose="020B0004020202020204" pitchFamily="34" charset="0"/>
                <a:cs typeface="Besley" charset="0"/>
                <a:sym typeface="Besley" charset="0"/>
              </a:rPr>
              <a:t> </a:t>
            </a:r>
            <a:endParaRPr lang="ar-SA" altLang="ar-SA" sz="7200" dirty="0">
              <a:solidFill>
                <a:schemeClr val="bg2">
                  <a:lumMod val="10000"/>
                </a:schemeClr>
              </a:solidFill>
              <a:latin typeface="Aptos Display" panose="020B0004020202020204" pitchFamily="34" charset="0"/>
              <a:cs typeface="Besley" charset="0"/>
              <a:sym typeface="Besley" charset="0"/>
            </a:endParaRPr>
          </a:p>
        </p:txBody>
      </p:sp>
    </p:spTree>
    <p:extLst>
      <p:ext uri="{BB962C8B-B14F-4D97-AF65-F5344CB8AC3E}">
        <p14:creationId xmlns:p14="http://schemas.microsoft.com/office/powerpoint/2010/main" val="1595388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ABE9A6D-428D-1C47-EC57-ECE9DA9AE382}"/>
              </a:ext>
            </a:extLst>
          </p:cNvPr>
          <p:cNvGrpSpPr/>
          <p:nvPr/>
        </p:nvGrpSpPr>
        <p:grpSpPr>
          <a:xfrm>
            <a:off x="-5364479" y="-483050"/>
            <a:ext cx="10199304" cy="8340119"/>
            <a:chOff x="-4936759" y="-160020"/>
            <a:chExt cx="7649478" cy="5631180"/>
          </a:xfrm>
          <a:solidFill>
            <a:srgbClr val="93EDF1"/>
          </a:solidFill>
        </p:grpSpPr>
        <p:sp>
          <p:nvSpPr>
            <p:cNvPr id="2" name="Rectangle: Rounded Corners 1">
              <a:extLst>
                <a:ext uri="{FF2B5EF4-FFF2-40B4-BE49-F238E27FC236}">
                  <a16:creationId xmlns:a16="http://schemas.microsoft.com/office/drawing/2014/main" id="{83918BD7-57A4-7EEF-0EF5-A7538952E50F}"/>
                </a:ext>
              </a:extLst>
            </p:cNvPr>
            <p:cNvSpPr/>
            <p:nvPr/>
          </p:nvSpPr>
          <p:spPr>
            <a:xfrm>
              <a:off x="-4936759" y="-160020"/>
              <a:ext cx="7458967" cy="5631180"/>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a:sym typeface="Arial"/>
              </a:endParaRPr>
            </a:p>
          </p:txBody>
        </p:sp>
        <p:sp>
          <p:nvSpPr>
            <p:cNvPr id="3" name="Rectangle 2">
              <a:extLst>
                <a:ext uri="{FF2B5EF4-FFF2-40B4-BE49-F238E27FC236}">
                  <a16:creationId xmlns:a16="http://schemas.microsoft.com/office/drawing/2014/main" id="{A8184376-D55E-4BD9-C03D-15F40FDDD86A}"/>
                </a:ext>
              </a:extLst>
            </p:cNvPr>
            <p:cNvSpPr/>
            <p:nvPr/>
          </p:nvSpPr>
          <p:spPr>
            <a:xfrm>
              <a:off x="2392680" y="510540"/>
              <a:ext cx="320039" cy="4866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dirty="0">
                <a:sym typeface="Arial"/>
              </a:endParaRPr>
            </a:p>
          </p:txBody>
        </p:sp>
      </p:grpSp>
      <p:grpSp>
        <p:nvGrpSpPr>
          <p:cNvPr id="11" name="Group 10">
            <a:extLst>
              <a:ext uri="{FF2B5EF4-FFF2-40B4-BE49-F238E27FC236}">
                <a16:creationId xmlns:a16="http://schemas.microsoft.com/office/drawing/2014/main" id="{AAB4AD9C-1E5F-919D-460F-30091D75EF53}"/>
              </a:ext>
            </a:extLst>
          </p:cNvPr>
          <p:cNvGrpSpPr/>
          <p:nvPr/>
        </p:nvGrpSpPr>
        <p:grpSpPr>
          <a:xfrm>
            <a:off x="-6076401" y="-489108"/>
            <a:ext cx="10467504" cy="8339328"/>
            <a:chOff x="-5137909" y="-160020"/>
            <a:chExt cx="7850628" cy="5630646"/>
          </a:xfrm>
          <a:solidFill>
            <a:srgbClr val="3ADEE6"/>
          </a:solidFill>
        </p:grpSpPr>
        <p:sp>
          <p:nvSpPr>
            <p:cNvPr id="12" name="Rectangle: Rounded Corners 11">
              <a:extLst>
                <a:ext uri="{FF2B5EF4-FFF2-40B4-BE49-F238E27FC236}">
                  <a16:creationId xmlns:a16="http://schemas.microsoft.com/office/drawing/2014/main" id="{DE668116-6A1C-2940-D9F9-B82F522A732B}"/>
                </a:ext>
              </a:extLst>
            </p:cNvPr>
            <p:cNvSpPr/>
            <p:nvPr/>
          </p:nvSpPr>
          <p:spPr>
            <a:xfrm>
              <a:off x="-5137909" y="-160020"/>
              <a:ext cx="7660117" cy="5630646"/>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a:sym typeface="Arial"/>
              </a:endParaRPr>
            </a:p>
          </p:txBody>
        </p:sp>
        <p:sp>
          <p:nvSpPr>
            <p:cNvPr id="13" name="Rectangle 12">
              <a:extLst>
                <a:ext uri="{FF2B5EF4-FFF2-40B4-BE49-F238E27FC236}">
                  <a16:creationId xmlns:a16="http://schemas.microsoft.com/office/drawing/2014/main" id="{9BFAC5FE-2EAE-748A-B9F4-AB4C7645FA54}"/>
                </a:ext>
              </a:extLst>
            </p:cNvPr>
            <p:cNvSpPr/>
            <p:nvPr/>
          </p:nvSpPr>
          <p:spPr>
            <a:xfrm>
              <a:off x="2392680" y="1059180"/>
              <a:ext cx="320039" cy="4866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dirty="0">
                <a:sym typeface="Arial"/>
              </a:endParaRPr>
            </a:p>
          </p:txBody>
        </p:sp>
      </p:grpSp>
      <p:grpSp>
        <p:nvGrpSpPr>
          <p:cNvPr id="14" name="Group 13">
            <a:extLst>
              <a:ext uri="{FF2B5EF4-FFF2-40B4-BE49-F238E27FC236}">
                <a16:creationId xmlns:a16="http://schemas.microsoft.com/office/drawing/2014/main" id="{93362FCF-1849-488D-6F9A-E9C121EFA37B}"/>
              </a:ext>
            </a:extLst>
          </p:cNvPr>
          <p:cNvGrpSpPr/>
          <p:nvPr/>
        </p:nvGrpSpPr>
        <p:grpSpPr>
          <a:xfrm>
            <a:off x="-6520123" y="-495165"/>
            <a:ext cx="10443868" cy="8340119"/>
            <a:chOff x="-5120182" y="-160020"/>
            <a:chExt cx="7832901" cy="5631180"/>
          </a:xfrm>
          <a:solidFill>
            <a:srgbClr val="1AC7D0"/>
          </a:solidFill>
        </p:grpSpPr>
        <p:sp>
          <p:nvSpPr>
            <p:cNvPr id="15" name="Rectangle: Rounded Corners 14">
              <a:extLst>
                <a:ext uri="{FF2B5EF4-FFF2-40B4-BE49-F238E27FC236}">
                  <a16:creationId xmlns:a16="http://schemas.microsoft.com/office/drawing/2014/main" id="{175F1B03-BA0F-4664-5FC6-CA9138FBF414}"/>
                </a:ext>
              </a:extLst>
            </p:cNvPr>
            <p:cNvSpPr/>
            <p:nvPr/>
          </p:nvSpPr>
          <p:spPr>
            <a:xfrm>
              <a:off x="-5120182" y="-160020"/>
              <a:ext cx="7642390" cy="5631180"/>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a:sym typeface="Arial"/>
              </a:endParaRPr>
            </a:p>
          </p:txBody>
        </p:sp>
        <p:sp>
          <p:nvSpPr>
            <p:cNvPr id="16" name="Rectangle 15">
              <a:extLst>
                <a:ext uri="{FF2B5EF4-FFF2-40B4-BE49-F238E27FC236}">
                  <a16:creationId xmlns:a16="http://schemas.microsoft.com/office/drawing/2014/main" id="{C260DB29-7126-CCBC-54DB-17D07A2D1050}"/>
                </a:ext>
              </a:extLst>
            </p:cNvPr>
            <p:cNvSpPr/>
            <p:nvPr/>
          </p:nvSpPr>
          <p:spPr>
            <a:xfrm>
              <a:off x="2392680" y="1668780"/>
              <a:ext cx="320039" cy="4866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dirty="0">
                <a:sym typeface="Arial"/>
              </a:endParaRPr>
            </a:p>
          </p:txBody>
        </p:sp>
      </p:grpSp>
      <p:grpSp>
        <p:nvGrpSpPr>
          <p:cNvPr id="17" name="Group 16">
            <a:extLst>
              <a:ext uri="{FF2B5EF4-FFF2-40B4-BE49-F238E27FC236}">
                <a16:creationId xmlns:a16="http://schemas.microsoft.com/office/drawing/2014/main" id="{EF0E9668-0A71-A610-9F74-6E797E78A58C}"/>
              </a:ext>
            </a:extLst>
          </p:cNvPr>
          <p:cNvGrpSpPr/>
          <p:nvPr/>
        </p:nvGrpSpPr>
        <p:grpSpPr>
          <a:xfrm>
            <a:off x="-1110683" y="-540332"/>
            <a:ext cx="13154579" cy="8340119"/>
            <a:chOff x="-7143055" y="-186426"/>
            <a:chExt cx="9865934" cy="5631180"/>
          </a:xfrm>
          <a:solidFill>
            <a:srgbClr val="17ADB5"/>
          </a:solidFill>
        </p:grpSpPr>
        <p:sp>
          <p:nvSpPr>
            <p:cNvPr id="18" name="Rectangle: Rounded Corners 17">
              <a:extLst>
                <a:ext uri="{FF2B5EF4-FFF2-40B4-BE49-F238E27FC236}">
                  <a16:creationId xmlns:a16="http://schemas.microsoft.com/office/drawing/2014/main" id="{221A23EA-DD69-E29B-E10A-C3B819C37D79}"/>
                </a:ext>
              </a:extLst>
            </p:cNvPr>
            <p:cNvSpPr/>
            <p:nvPr/>
          </p:nvSpPr>
          <p:spPr>
            <a:xfrm>
              <a:off x="-7143055" y="-186426"/>
              <a:ext cx="9634891" cy="5631180"/>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a:sym typeface="Arial"/>
              </a:endParaRPr>
            </a:p>
          </p:txBody>
        </p:sp>
        <p:sp>
          <p:nvSpPr>
            <p:cNvPr id="19" name="Rectangle 18">
              <a:extLst>
                <a:ext uri="{FF2B5EF4-FFF2-40B4-BE49-F238E27FC236}">
                  <a16:creationId xmlns:a16="http://schemas.microsoft.com/office/drawing/2014/main" id="{C3CD8D8E-99FF-55C6-57BB-318E09759DC8}"/>
                </a:ext>
              </a:extLst>
            </p:cNvPr>
            <p:cNvSpPr/>
            <p:nvPr/>
          </p:nvSpPr>
          <p:spPr>
            <a:xfrm>
              <a:off x="2402840" y="2288540"/>
              <a:ext cx="320039" cy="4866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fontAlgn="auto" hangingPunct="1">
                <a:spcBef>
                  <a:spcPts val="0"/>
                </a:spcBef>
                <a:spcAft>
                  <a:spcPts val="0"/>
                </a:spcAft>
                <a:buClr>
                  <a:srgbClr val="000000"/>
                </a:buClr>
                <a:buFont typeface="Arial"/>
                <a:buNone/>
                <a:defRPr/>
              </a:pPr>
              <a:endParaRPr lang="en-US" sz="2489" kern="0" dirty="0">
                <a:sym typeface="Arial"/>
              </a:endParaRPr>
            </a:p>
          </p:txBody>
        </p:sp>
      </p:grpSp>
      <p:sp>
        <p:nvSpPr>
          <p:cNvPr id="4" name="Google Shape;352;p37">
            <a:extLst>
              <a:ext uri="{FF2B5EF4-FFF2-40B4-BE49-F238E27FC236}">
                <a16:creationId xmlns:a16="http://schemas.microsoft.com/office/drawing/2014/main" id="{670A7A58-2AEC-8460-0AF9-854CEEB2F9CF}"/>
              </a:ext>
            </a:extLst>
          </p:cNvPr>
          <p:cNvSpPr txBox="1">
            <a:spLocks/>
          </p:cNvSpPr>
          <p:nvPr/>
        </p:nvSpPr>
        <p:spPr bwMode="auto">
          <a:xfrm>
            <a:off x="3630085" y="84667"/>
            <a:ext cx="8561916" cy="1405467"/>
          </a:xfrm>
          <a:prstGeom prst="rect">
            <a:avLst/>
          </a:prstGeom>
          <a:noFill/>
          <a:ln>
            <a:noFill/>
          </a:ln>
        </p:spPr>
        <p:txBody>
          <a:bodyPr lIns="121900" tIns="121900" rIns="121900" bIns="121900"/>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defRPr/>
            </a:pPr>
            <a:r>
              <a:rPr lang="en-US" altLang="ar-SA" sz="4267" dirty="0">
                <a:solidFill>
                  <a:schemeClr val="bg2">
                    <a:lumMod val="10000"/>
                  </a:schemeClr>
                </a:solidFill>
                <a:latin typeface="Besley" charset="0"/>
                <a:cs typeface="Besley" charset="0"/>
              </a:rPr>
              <a:t>Development</a:t>
            </a:r>
            <a:r>
              <a:rPr lang="en-US" altLang="ar-SA" sz="2133" dirty="0">
                <a:solidFill>
                  <a:schemeClr val="bg2">
                    <a:lumMod val="10000"/>
                  </a:schemeClr>
                </a:solidFill>
                <a:latin typeface="Besley" charset="0"/>
                <a:cs typeface="Besley" charset="0"/>
              </a:rPr>
              <a:t> </a:t>
            </a:r>
            <a:r>
              <a:rPr lang="en-US" altLang="ar-SA" sz="4267" dirty="0">
                <a:solidFill>
                  <a:schemeClr val="bg2">
                    <a:lumMod val="10000"/>
                  </a:schemeClr>
                </a:solidFill>
                <a:latin typeface="Besley" charset="0"/>
                <a:cs typeface="Besley" charset="0"/>
              </a:rPr>
              <a:t>Methodology</a:t>
            </a:r>
          </a:p>
        </p:txBody>
      </p:sp>
      <p:pic>
        <p:nvPicPr>
          <p:cNvPr id="35847" name="Picture 8" descr="A diagram of a data processing process&#10;&#10;Description automatically generated">
            <a:extLst>
              <a:ext uri="{FF2B5EF4-FFF2-40B4-BE49-F238E27FC236}">
                <a16:creationId xmlns:a16="http://schemas.microsoft.com/office/drawing/2014/main" id="{FC773333-01B7-6A40-C18C-8BD6E84D8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134533"/>
            <a:ext cx="64008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Straight Arrow Connector 20">
            <a:extLst>
              <a:ext uri="{FF2B5EF4-FFF2-40B4-BE49-F238E27FC236}">
                <a16:creationId xmlns:a16="http://schemas.microsoft.com/office/drawing/2014/main" id="{F784CB32-C560-4EF2-5E41-554CD8824FB7}"/>
              </a:ext>
            </a:extLst>
          </p:cNvPr>
          <p:cNvCxnSpPr/>
          <p:nvPr/>
        </p:nvCxnSpPr>
        <p:spPr>
          <a:xfrm>
            <a:off x="5844117" y="1932518"/>
            <a:ext cx="0" cy="323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4005517-CD89-96E4-D907-2F4D3E4BC13C}"/>
              </a:ext>
            </a:extLst>
          </p:cNvPr>
          <p:cNvCxnSpPr>
            <a:cxnSpLocks/>
          </p:cNvCxnSpPr>
          <p:nvPr/>
        </p:nvCxnSpPr>
        <p:spPr>
          <a:xfrm rot="16200000" flipH="1">
            <a:off x="5838825" y="2638425"/>
            <a:ext cx="493184" cy="4826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F6708BD-CAFC-A582-8FFE-34585BABF668}"/>
              </a:ext>
            </a:extLst>
          </p:cNvPr>
          <p:cNvCxnSpPr>
            <a:cxnSpLocks/>
          </p:cNvCxnSpPr>
          <p:nvPr/>
        </p:nvCxnSpPr>
        <p:spPr>
          <a:xfrm rot="5400000">
            <a:off x="5189009" y="2649010"/>
            <a:ext cx="480484" cy="44873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41" name="Ink 40">
                <a:extLst>
                  <a:ext uri="{FF2B5EF4-FFF2-40B4-BE49-F238E27FC236}">
                    <a16:creationId xmlns:a16="http://schemas.microsoft.com/office/drawing/2014/main" id="{97D2DF4A-D6CB-BFA9-B2E2-02A7F6E0CD02}"/>
                  </a:ext>
                </a:extLst>
              </p14:cNvPr>
              <p14:cNvContentPartPr/>
              <p14:nvPr/>
            </p14:nvContentPartPr>
            <p14:xfrm>
              <a:off x="5027180" y="2775780"/>
              <a:ext cx="142560" cy="305280"/>
            </p14:xfrm>
          </p:contentPart>
        </mc:Choice>
        <mc:Fallback xmlns="">
          <p:pic>
            <p:nvPicPr>
              <p:cNvPr id="41" name="Ink 40">
                <a:extLst>
                  <a:ext uri="{FF2B5EF4-FFF2-40B4-BE49-F238E27FC236}">
                    <a16:creationId xmlns:a16="http://schemas.microsoft.com/office/drawing/2014/main" id="{97D2DF4A-D6CB-BFA9-B2E2-02A7F6E0CD02}"/>
                  </a:ext>
                </a:extLst>
              </p:cNvPr>
              <p:cNvPicPr/>
              <p:nvPr/>
            </p:nvPicPr>
            <p:blipFill>
              <a:blip r:embed="rId5"/>
              <a:stretch>
                <a:fillRect/>
              </a:stretch>
            </p:blipFill>
            <p:spPr>
              <a:xfrm>
                <a:off x="5018180" y="2766780"/>
                <a:ext cx="16020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4" name="Ink 43">
                <a:extLst>
                  <a:ext uri="{FF2B5EF4-FFF2-40B4-BE49-F238E27FC236}">
                    <a16:creationId xmlns:a16="http://schemas.microsoft.com/office/drawing/2014/main" id="{AE7E6339-9344-C77F-D46E-B8B3ED061748}"/>
                  </a:ext>
                </a:extLst>
              </p14:cNvPr>
              <p14:cNvContentPartPr/>
              <p14:nvPr/>
            </p14:nvContentPartPr>
            <p14:xfrm>
              <a:off x="5051660" y="3095940"/>
              <a:ext cx="480" cy="480"/>
            </p14:xfrm>
          </p:contentPart>
        </mc:Choice>
        <mc:Fallback xmlns="">
          <p:pic>
            <p:nvPicPr>
              <p:cNvPr id="44" name="Ink 43">
                <a:extLst>
                  <a:ext uri="{FF2B5EF4-FFF2-40B4-BE49-F238E27FC236}">
                    <a16:creationId xmlns:a16="http://schemas.microsoft.com/office/drawing/2014/main" id="{AE7E6339-9344-C77F-D46E-B8B3ED061748}"/>
                  </a:ext>
                </a:extLst>
              </p:cNvPr>
              <p:cNvPicPr/>
              <p:nvPr/>
            </p:nvPicPr>
            <p:blipFill>
              <a:blip r:embed="rId7"/>
              <a:stretch>
                <a:fillRect/>
              </a:stretch>
            </p:blipFill>
            <p:spPr>
              <a:xfrm>
                <a:off x="5039660" y="3083940"/>
                <a:ext cx="24000" cy="24000"/>
              </a:xfrm>
              <a:prstGeom prst="rect">
                <a:avLst/>
              </a:prstGeom>
            </p:spPr>
          </p:pic>
        </mc:Fallback>
      </mc:AlternateContent>
      <p:grpSp>
        <p:nvGrpSpPr>
          <p:cNvPr id="35853" name="Group 54">
            <a:extLst>
              <a:ext uri="{FF2B5EF4-FFF2-40B4-BE49-F238E27FC236}">
                <a16:creationId xmlns:a16="http://schemas.microsoft.com/office/drawing/2014/main" id="{77D1895F-0A87-5590-3288-5581ADE62656}"/>
              </a:ext>
            </a:extLst>
          </p:cNvPr>
          <p:cNvGrpSpPr>
            <a:grpSpLocks/>
          </p:cNvGrpSpPr>
          <p:nvPr/>
        </p:nvGrpSpPr>
        <p:grpSpPr bwMode="auto">
          <a:xfrm>
            <a:off x="5177367" y="2904067"/>
            <a:ext cx="971551" cy="67733"/>
            <a:chOff x="3882345" y="2178315"/>
            <a:chExt cx="730080" cy="51120"/>
          </a:xfrm>
        </p:grpSpPr>
        <mc:AlternateContent xmlns:mc="http://schemas.openxmlformats.org/markup-compatibility/2006" xmlns:p14="http://schemas.microsoft.com/office/powerpoint/2010/main">
          <mc:Choice Requires="p14">
            <p:contentPart p14:bwMode="auto" r:id="rId8">
              <p14:nvContentPartPr>
                <p14:cNvPr id="45" name="Ink 44">
                  <a:extLst>
                    <a:ext uri="{FF2B5EF4-FFF2-40B4-BE49-F238E27FC236}">
                      <a16:creationId xmlns:a16="http://schemas.microsoft.com/office/drawing/2014/main" id="{0CFAB62A-3BF5-66DF-C744-16ACAC9AC50C}"/>
                    </a:ext>
                  </a:extLst>
                </p14:cNvPr>
                <p14:cNvContentPartPr/>
                <p14:nvPr/>
              </p14:nvContentPartPr>
              <p14:xfrm>
                <a:off x="3882345" y="2211435"/>
                <a:ext cx="360" cy="360"/>
              </p14:xfrm>
            </p:contentPart>
          </mc:Choice>
          <mc:Fallback xmlns="">
            <p:pic>
              <p:nvPicPr>
                <p:cNvPr id="45" name="Ink 44">
                  <a:extLst>
                    <a:ext uri="{FF2B5EF4-FFF2-40B4-BE49-F238E27FC236}">
                      <a16:creationId xmlns:a16="http://schemas.microsoft.com/office/drawing/2014/main" id="{0CFAB62A-3BF5-66DF-C744-16ACAC9AC50C}"/>
                    </a:ext>
                  </a:extLst>
                </p:cNvPr>
                <p:cNvPicPr/>
                <p:nvPr/>
              </p:nvPicPr>
              <p:blipFill>
                <a:blip r:embed="rId7"/>
                <a:stretch>
                  <a:fillRect/>
                </a:stretch>
              </p:blipFill>
              <p:spPr>
                <a:xfrm>
                  <a:off x="3873345" y="220243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6" name="Ink 45">
                  <a:extLst>
                    <a:ext uri="{FF2B5EF4-FFF2-40B4-BE49-F238E27FC236}">
                      <a16:creationId xmlns:a16="http://schemas.microsoft.com/office/drawing/2014/main" id="{B9B2CBBE-B559-9DD0-32C8-308BB158D9E5}"/>
                    </a:ext>
                  </a:extLst>
                </p14:cNvPr>
                <p14:cNvContentPartPr/>
                <p14:nvPr/>
              </p14:nvContentPartPr>
              <p14:xfrm>
                <a:off x="3884145" y="2205675"/>
                <a:ext cx="360" cy="360"/>
              </p14:xfrm>
            </p:contentPart>
          </mc:Choice>
          <mc:Fallback xmlns="">
            <p:pic>
              <p:nvPicPr>
                <p:cNvPr id="46" name="Ink 45">
                  <a:extLst>
                    <a:ext uri="{FF2B5EF4-FFF2-40B4-BE49-F238E27FC236}">
                      <a16:creationId xmlns:a16="http://schemas.microsoft.com/office/drawing/2014/main" id="{B9B2CBBE-B559-9DD0-32C8-308BB158D9E5}"/>
                    </a:ext>
                  </a:extLst>
                </p:cNvPr>
                <p:cNvPicPr/>
                <p:nvPr/>
              </p:nvPicPr>
              <p:blipFill>
                <a:blip r:embed="rId7"/>
                <a:stretch>
                  <a:fillRect/>
                </a:stretch>
              </p:blipFill>
              <p:spPr>
                <a:xfrm>
                  <a:off x="3875145" y="219667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8" name="Ink 47">
                  <a:extLst>
                    <a:ext uri="{FF2B5EF4-FFF2-40B4-BE49-F238E27FC236}">
                      <a16:creationId xmlns:a16="http://schemas.microsoft.com/office/drawing/2014/main" id="{864186DD-02C2-F975-BC61-DCCAF022B5B4}"/>
                    </a:ext>
                  </a:extLst>
                </p14:cNvPr>
                <p14:cNvContentPartPr/>
                <p14:nvPr/>
              </p14:nvContentPartPr>
              <p14:xfrm>
                <a:off x="3924105" y="2211435"/>
                <a:ext cx="360" cy="360"/>
              </p14:xfrm>
            </p:contentPart>
          </mc:Choice>
          <mc:Fallback xmlns="">
            <p:pic>
              <p:nvPicPr>
                <p:cNvPr id="48" name="Ink 47">
                  <a:extLst>
                    <a:ext uri="{FF2B5EF4-FFF2-40B4-BE49-F238E27FC236}">
                      <a16:creationId xmlns:a16="http://schemas.microsoft.com/office/drawing/2014/main" id="{864186DD-02C2-F975-BC61-DCCAF022B5B4}"/>
                    </a:ext>
                  </a:extLst>
                </p:cNvPr>
                <p:cNvPicPr/>
                <p:nvPr/>
              </p:nvPicPr>
              <p:blipFill>
                <a:blip r:embed="rId7"/>
                <a:stretch>
                  <a:fillRect/>
                </a:stretch>
              </p:blipFill>
              <p:spPr>
                <a:xfrm>
                  <a:off x="3915105" y="220243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9" name="Ink 48">
                  <a:extLst>
                    <a:ext uri="{FF2B5EF4-FFF2-40B4-BE49-F238E27FC236}">
                      <a16:creationId xmlns:a16="http://schemas.microsoft.com/office/drawing/2014/main" id="{B7C342D5-1A58-2F88-8687-F4CC86808B9F}"/>
                    </a:ext>
                  </a:extLst>
                </p14:cNvPr>
                <p14:cNvContentPartPr/>
                <p14:nvPr/>
              </p14:nvContentPartPr>
              <p14:xfrm>
                <a:off x="3922305" y="2196315"/>
                <a:ext cx="360" cy="360"/>
              </p14:xfrm>
            </p:contentPart>
          </mc:Choice>
          <mc:Fallback xmlns="">
            <p:pic>
              <p:nvPicPr>
                <p:cNvPr id="49" name="Ink 48">
                  <a:extLst>
                    <a:ext uri="{FF2B5EF4-FFF2-40B4-BE49-F238E27FC236}">
                      <a16:creationId xmlns:a16="http://schemas.microsoft.com/office/drawing/2014/main" id="{B7C342D5-1A58-2F88-8687-F4CC86808B9F}"/>
                    </a:ext>
                  </a:extLst>
                </p:cNvPr>
                <p:cNvPicPr/>
                <p:nvPr/>
              </p:nvPicPr>
              <p:blipFill>
                <a:blip r:embed="rId7"/>
                <a:stretch>
                  <a:fillRect/>
                </a:stretch>
              </p:blipFill>
              <p:spPr>
                <a:xfrm>
                  <a:off x="3913305" y="218731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1" name="Ink 50">
                  <a:extLst>
                    <a:ext uri="{FF2B5EF4-FFF2-40B4-BE49-F238E27FC236}">
                      <a16:creationId xmlns:a16="http://schemas.microsoft.com/office/drawing/2014/main" id="{912620C6-006F-E9E2-B438-A22E94C533DB}"/>
                    </a:ext>
                  </a:extLst>
                </p14:cNvPr>
                <p14:cNvContentPartPr/>
                <p14:nvPr/>
              </p14:nvContentPartPr>
              <p14:xfrm>
                <a:off x="3941385" y="2200635"/>
                <a:ext cx="412560" cy="11160"/>
              </p14:xfrm>
            </p:contentPart>
          </mc:Choice>
          <mc:Fallback xmlns="">
            <p:pic>
              <p:nvPicPr>
                <p:cNvPr id="51" name="Ink 50">
                  <a:extLst>
                    <a:ext uri="{FF2B5EF4-FFF2-40B4-BE49-F238E27FC236}">
                      <a16:creationId xmlns:a16="http://schemas.microsoft.com/office/drawing/2014/main" id="{912620C6-006F-E9E2-B438-A22E94C533DB}"/>
                    </a:ext>
                  </a:extLst>
                </p:cNvPr>
                <p:cNvPicPr/>
                <p:nvPr/>
              </p:nvPicPr>
              <p:blipFill>
                <a:blip r:embed="rId13"/>
                <a:stretch>
                  <a:fillRect/>
                </a:stretch>
              </p:blipFill>
              <p:spPr>
                <a:xfrm>
                  <a:off x="3934639" y="2193992"/>
                  <a:ext cx="425781" cy="241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2" name="Ink 51">
                  <a:extLst>
                    <a:ext uri="{FF2B5EF4-FFF2-40B4-BE49-F238E27FC236}">
                      <a16:creationId xmlns:a16="http://schemas.microsoft.com/office/drawing/2014/main" id="{957ACB57-8C8C-2D87-AFBC-022504CD8C50}"/>
                    </a:ext>
                  </a:extLst>
                </p14:cNvPr>
                <p14:cNvContentPartPr/>
                <p14:nvPr/>
              </p14:nvContentPartPr>
              <p14:xfrm>
                <a:off x="4109505" y="2217555"/>
                <a:ext cx="96840" cy="7200"/>
              </p14:xfrm>
            </p:contentPart>
          </mc:Choice>
          <mc:Fallback xmlns="">
            <p:pic>
              <p:nvPicPr>
                <p:cNvPr id="52" name="Ink 51">
                  <a:extLst>
                    <a:ext uri="{FF2B5EF4-FFF2-40B4-BE49-F238E27FC236}">
                      <a16:creationId xmlns:a16="http://schemas.microsoft.com/office/drawing/2014/main" id="{957ACB57-8C8C-2D87-AFBC-022504CD8C50}"/>
                    </a:ext>
                  </a:extLst>
                </p:cNvPr>
                <p:cNvPicPr/>
                <p:nvPr/>
              </p:nvPicPr>
              <p:blipFill>
                <a:blip r:embed="rId15"/>
                <a:stretch>
                  <a:fillRect/>
                </a:stretch>
              </p:blipFill>
              <p:spPr>
                <a:xfrm>
                  <a:off x="4102780" y="2210632"/>
                  <a:ext cx="110021" cy="20769"/>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4" name="Ink 53">
                  <a:extLst>
                    <a:ext uri="{FF2B5EF4-FFF2-40B4-BE49-F238E27FC236}">
                      <a16:creationId xmlns:a16="http://schemas.microsoft.com/office/drawing/2014/main" id="{B2FA986D-C7E0-7FBF-8AD8-626BC3D359C1}"/>
                    </a:ext>
                  </a:extLst>
                </p14:cNvPr>
                <p14:cNvContentPartPr/>
                <p14:nvPr/>
              </p14:nvContentPartPr>
              <p14:xfrm>
                <a:off x="4340985" y="2178315"/>
                <a:ext cx="271440" cy="51120"/>
              </p14:xfrm>
            </p:contentPart>
          </mc:Choice>
          <mc:Fallback xmlns="">
            <p:pic>
              <p:nvPicPr>
                <p:cNvPr id="54" name="Ink 53">
                  <a:extLst>
                    <a:ext uri="{FF2B5EF4-FFF2-40B4-BE49-F238E27FC236}">
                      <a16:creationId xmlns:a16="http://schemas.microsoft.com/office/drawing/2014/main" id="{B2FA986D-C7E0-7FBF-8AD8-626BC3D359C1}"/>
                    </a:ext>
                  </a:extLst>
                </p:cNvPr>
                <p:cNvPicPr/>
                <p:nvPr/>
              </p:nvPicPr>
              <p:blipFill>
                <a:blip r:embed="rId17"/>
                <a:stretch>
                  <a:fillRect/>
                </a:stretch>
              </p:blipFill>
              <p:spPr>
                <a:xfrm>
                  <a:off x="4334233" y="2171553"/>
                  <a:ext cx="284674" cy="64373"/>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56" name="Ink 55">
                <a:extLst>
                  <a:ext uri="{FF2B5EF4-FFF2-40B4-BE49-F238E27FC236}">
                    <a16:creationId xmlns:a16="http://schemas.microsoft.com/office/drawing/2014/main" id="{FE515F2A-52F7-88F1-F960-A6B12E9EB76C}"/>
                  </a:ext>
                </a:extLst>
              </p14:cNvPr>
              <p14:cNvContentPartPr/>
              <p14:nvPr/>
            </p14:nvContentPartPr>
            <p14:xfrm>
              <a:off x="6020333" y="2924585"/>
              <a:ext cx="241920" cy="13920"/>
            </p14:xfrm>
          </p:contentPart>
        </mc:Choice>
        <mc:Fallback xmlns="">
          <p:pic>
            <p:nvPicPr>
              <p:cNvPr id="56" name="Ink 55">
                <a:extLst>
                  <a:ext uri="{FF2B5EF4-FFF2-40B4-BE49-F238E27FC236}">
                    <a16:creationId xmlns:a16="http://schemas.microsoft.com/office/drawing/2014/main" id="{FE515F2A-52F7-88F1-F960-A6B12E9EB76C}"/>
                  </a:ext>
                </a:extLst>
              </p:cNvPr>
              <p:cNvPicPr/>
              <p:nvPr/>
            </p:nvPicPr>
            <p:blipFill>
              <a:blip r:embed="rId19"/>
              <a:stretch>
                <a:fillRect/>
              </a:stretch>
            </p:blipFill>
            <p:spPr>
              <a:xfrm>
                <a:off x="6011333" y="2915180"/>
                <a:ext cx="259560" cy="32355"/>
              </a:xfrm>
              <a:prstGeom prst="rect">
                <a:avLst/>
              </a:prstGeom>
            </p:spPr>
          </p:pic>
        </mc:Fallback>
      </mc:AlternateContent>
      <p:grpSp>
        <p:nvGrpSpPr>
          <p:cNvPr id="35855" name="Group 58">
            <a:extLst>
              <a:ext uri="{FF2B5EF4-FFF2-40B4-BE49-F238E27FC236}">
                <a16:creationId xmlns:a16="http://schemas.microsoft.com/office/drawing/2014/main" id="{E4B333BF-F760-9CFB-EF9A-5B42821DEEB0}"/>
              </a:ext>
            </a:extLst>
          </p:cNvPr>
          <p:cNvGrpSpPr>
            <a:grpSpLocks/>
          </p:cNvGrpSpPr>
          <p:nvPr/>
        </p:nvGrpSpPr>
        <p:grpSpPr bwMode="auto">
          <a:xfrm>
            <a:off x="6354234" y="2921000"/>
            <a:ext cx="306917" cy="171451"/>
            <a:chOff x="4765065" y="2191275"/>
            <a:chExt cx="230760" cy="127440"/>
          </a:xfrm>
        </p:grpSpPr>
        <mc:AlternateContent xmlns:mc="http://schemas.openxmlformats.org/markup-compatibility/2006" xmlns:p14="http://schemas.microsoft.com/office/powerpoint/2010/main">
          <mc:Choice Requires="p14">
            <p:contentPart p14:bwMode="auto" r:id="rId20">
              <p14:nvContentPartPr>
                <p14:cNvPr id="57" name="Ink 56">
                  <a:extLst>
                    <a:ext uri="{FF2B5EF4-FFF2-40B4-BE49-F238E27FC236}">
                      <a16:creationId xmlns:a16="http://schemas.microsoft.com/office/drawing/2014/main" id="{B77322E9-51F0-5A0C-A17F-F7BF30C7853B}"/>
                    </a:ext>
                  </a:extLst>
                </p14:cNvPr>
                <p14:cNvContentPartPr/>
                <p14:nvPr/>
              </p14:nvContentPartPr>
              <p14:xfrm>
                <a:off x="4775505" y="2206755"/>
                <a:ext cx="220320" cy="111960"/>
              </p14:xfrm>
            </p:contentPart>
          </mc:Choice>
          <mc:Fallback xmlns="">
            <p:pic>
              <p:nvPicPr>
                <p:cNvPr id="57" name="Ink 56">
                  <a:extLst>
                    <a:ext uri="{FF2B5EF4-FFF2-40B4-BE49-F238E27FC236}">
                      <a16:creationId xmlns:a16="http://schemas.microsoft.com/office/drawing/2014/main" id="{B77322E9-51F0-5A0C-A17F-F7BF30C7853B}"/>
                    </a:ext>
                  </a:extLst>
                </p:cNvPr>
                <p:cNvPicPr/>
                <p:nvPr/>
              </p:nvPicPr>
              <p:blipFill>
                <a:blip r:embed="rId21"/>
                <a:stretch>
                  <a:fillRect/>
                </a:stretch>
              </p:blipFill>
              <p:spPr>
                <a:xfrm>
                  <a:off x="4768755" y="2199994"/>
                  <a:ext cx="233550" cy="125211"/>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8" name="Ink 57">
                  <a:extLst>
                    <a:ext uri="{FF2B5EF4-FFF2-40B4-BE49-F238E27FC236}">
                      <a16:creationId xmlns:a16="http://schemas.microsoft.com/office/drawing/2014/main" id="{2B9B6C4E-BA15-E578-FA2A-BEE5296B6DBE}"/>
                    </a:ext>
                  </a:extLst>
                </p14:cNvPr>
                <p14:cNvContentPartPr/>
                <p14:nvPr/>
              </p14:nvContentPartPr>
              <p14:xfrm>
                <a:off x="4765065" y="2191275"/>
                <a:ext cx="3240" cy="26280"/>
              </p14:xfrm>
            </p:contentPart>
          </mc:Choice>
          <mc:Fallback xmlns="">
            <p:pic>
              <p:nvPicPr>
                <p:cNvPr id="58" name="Ink 57">
                  <a:extLst>
                    <a:ext uri="{FF2B5EF4-FFF2-40B4-BE49-F238E27FC236}">
                      <a16:creationId xmlns:a16="http://schemas.microsoft.com/office/drawing/2014/main" id="{2B9B6C4E-BA15-E578-FA2A-BEE5296B6DBE}"/>
                    </a:ext>
                  </a:extLst>
                </p:cNvPr>
                <p:cNvPicPr/>
                <p:nvPr/>
              </p:nvPicPr>
              <p:blipFill>
                <a:blip r:embed="rId23"/>
                <a:stretch>
                  <a:fillRect/>
                </a:stretch>
              </p:blipFill>
              <p:spPr>
                <a:xfrm>
                  <a:off x="4758315" y="2184571"/>
                  <a:ext cx="16470" cy="394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63" name="Ink 62">
                <a:extLst>
                  <a:ext uri="{FF2B5EF4-FFF2-40B4-BE49-F238E27FC236}">
                    <a16:creationId xmlns:a16="http://schemas.microsoft.com/office/drawing/2014/main" id="{BA5A8EDE-6389-D2E1-565C-A31CA77191EA}"/>
                  </a:ext>
                </a:extLst>
              </p14:cNvPr>
              <p14:cNvContentPartPr/>
              <p14:nvPr/>
            </p14:nvContentPartPr>
            <p14:xfrm>
              <a:off x="5516780" y="3793980"/>
              <a:ext cx="236160" cy="26400"/>
            </p14:xfrm>
          </p:contentPart>
        </mc:Choice>
        <mc:Fallback xmlns="">
          <p:pic>
            <p:nvPicPr>
              <p:cNvPr id="63" name="Ink 62">
                <a:extLst>
                  <a:ext uri="{FF2B5EF4-FFF2-40B4-BE49-F238E27FC236}">
                    <a16:creationId xmlns:a16="http://schemas.microsoft.com/office/drawing/2014/main" id="{BA5A8EDE-6389-D2E1-565C-A31CA77191EA}"/>
                  </a:ext>
                </a:extLst>
              </p:cNvPr>
              <p:cNvPicPr/>
              <p:nvPr/>
            </p:nvPicPr>
            <p:blipFill>
              <a:blip r:embed="rId25"/>
              <a:stretch>
                <a:fillRect/>
              </a:stretch>
            </p:blipFill>
            <p:spPr>
              <a:xfrm>
                <a:off x="5507780" y="3784813"/>
                <a:ext cx="253800" cy="44367"/>
              </a:xfrm>
              <a:prstGeom prst="rect">
                <a:avLst/>
              </a:prstGeom>
            </p:spPr>
          </p:pic>
        </mc:Fallback>
      </mc:AlternateContent>
      <p:grpSp>
        <p:nvGrpSpPr>
          <p:cNvPr id="35857" name="Group 67">
            <a:extLst>
              <a:ext uri="{FF2B5EF4-FFF2-40B4-BE49-F238E27FC236}">
                <a16:creationId xmlns:a16="http://schemas.microsoft.com/office/drawing/2014/main" id="{8C485671-9A0A-9094-B730-138EE45BE46F}"/>
              </a:ext>
            </a:extLst>
          </p:cNvPr>
          <p:cNvGrpSpPr>
            <a:grpSpLocks/>
          </p:cNvGrpSpPr>
          <p:nvPr/>
        </p:nvGrpSpPr>
        <p:grpSpPr bwMode="auto">
          <a:xfrm>
            <a:off x="5001685" y="3659717"/>
            <a:ext cx="1661583" cy="338667"/>
            <a:chOff x="3752025" y="2744685"/>
            <a:chExt cx="1244880" cy="253800"/>
          </a:xfrm>
        </p:grpSpPr>
        <mc:AlternateContent xmlns:mc="http://schemas.openxmlformats.org/markup-compatibility/2006" xmlns:p14="http://schemas.microsoft.com/office/powerpoint/2010/main">
          <mc:Choice Requires="p14">
            <p:contentPart p14:bwMode="auto" r:id="rId26">
              <p14:nvContentPartPr>
                <p14:cNvPr id="60" name="Ink 59">
                  <a:extLst>
                    <a:ext uri="{FF2B5EF4-FFF2-40B4-BE49-F238E27FC236}">
                      <a16:creationId xmlns:a16="http://schemas.microsoft.com/office/drawing/2014/main" id="{58B9E801-4BA9-A40C-DB7E-BBD54127F181}"/>
                    </a:ext>
                  </a:extLst>
                </p14:cNvPr>
                <p14:cNvContentPartPr/>
                <p14:nvPr/>
              </p14:nvContentPartPr>
              <p14:xfrm>
                <a:off x="3752025" y="2752605"/>
                <a:ext cx="703800" cy="245880"/>
              </p14:xfrm>
            </p:contentPart>
          </mc:Choice>
          <mc:Fallback xmlns="">
            <p:pic>
              <p:nvPicPr>
                <p:cNvPr id="60" name="Ink 59">
                  <a:extLst>
                    <a:ext uri="{FF2B5EF4-FFF2-40B4-BE49-F238E27FC236}">
                      <a16:creationId xmlns:a16="http://schemas.microsoft.com/office/drawing/2014/main" id="{58B9E801-4BA9-A40C-DB7E-BBD54127F181}"/>
                    </a:ext>
                  </a:extLst>
                </p:cNvPr>
                <p:cNvPicPr/>
                <p:nvPr/>
              </p:nvPicPr>
              <p:blipFill>
                <a:blip r:embed="rId27"/>
                <a:stretch>
                  <a:fillRect/>
                </a:stretch>
              </p:blipFill>
              <p:spPr>
                <a:xfrm>
                  <a:off x="3745273" y="2745850"/>
                  <a:ext cx="717033" cy="259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1" name="Ink 60">
                  <a:extLst>
                    <a:ext uri="{FF2B5EF4-FFF2-40B4-BE49-F238E27FC236}">
                      <a16:creationId xmlns:a16="http://schemas.microsoft.com/office/drawing/2014/main" id="{0D91A6ED-F269-3548-C8EF-981094E33278}"/>
                    </a:ext>
                  </a:extLst>
                </p14:cNvPr>
                <p14:cNvContentPartPr/>
                <p14:nvPr/>
              </p14:nvContentPartPr>
              <p14:xfrm>
                <a:off x="4373745" y="2873565"/>
                <a:ext cx="290160" cy="18360"/>
              </p14:xfrm>
            </p:contentPart>
          </mc:Choice>
          <mc:Fallback xmlns="">
            <p:pic>
              <p:nvPicPr>
                <p:cNvPr id="61" name="Ink 60">
                  <a:extLst>
                    <a:ext uri="{FF2B5EF4-FFF2-40B4-BE49-F238E27FC236}">
                      <a16:creationId xmlns:a16="http://schemas.microsoft.com/office/drawing/2014/main" id="{0D91A6ED-F269-3548-C8EF-981094E33278}"/>
                    </a:ext>
                  </a:extLst>
                </p:cNvPr>
                <p:cNvPicPr/>
                <p:nvPr/>
              </p:nvPicPr>
              <p:blipFill>
                <a:blip r:embed="rId29"/>
                <a:stretch>
                  <a:fillRect/>
                </a:stretch>
              </p:blipFill>
              <p:spPr>
                <a:xfrm>
                  <a:off x="4366991" y="2866815"/>
                  <a:ext cx="303398" cy="3159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5" name="Ink 64">
                  <a:extLst>
                    <a:ext uri="{FF2B5EF4-FFF2-40B4-BE49-F238E27FC236}">
                      <a16:creationId xmlns:a16="http://schemas.microsoft.com/office/drawing/2014/main" id="{EEED91AE-953F-2206-3859-F80A3F5BC489}"/>
                    </a:ext>
                  </a:extLst>
                </p14:cNvPr>
                <p14:cNvContentPartPr/>
                <p14:nvPr/>
              </p14:nvContentPartPr>
              <p14:xfrm>
                <a:off x="4427025" y="2756205"/>
                <a:ext cx="558720" cy="156600"/>
              </p14:xfrm>
            </p:contentPart>
          </mc:Choice>
          <mc:Fallback xmlns="">
            <p:pic>
              <p:nvPicPr>
                <p:cNvPr id="65" name="Ink 64">
                  <a:extLst>
                    <a:ext uri="{FF2B5EF4-FFF2-40B4-BE49-F238E27FC236}">
                      <a16:creationId xmlns:a16="http://schemas.microsoft.com/office/drawing/2014/main" id="{EEED91AE-953F-2206-3859-F80A3F5BC489}"/>
                    </a:ext>
                  </a:extLst>
                </p:cNvPr>
                <p:cNvPicPr/>
                <p:nvPr/>
              </p:nvPicPr>
              <p:blipFill>
                <a:blip r:embed="rId31"/>
                <a:stretch>
                  <a:fillRect/>
                </a:stretch>
              </p:blipFill>
              <p:spPr>
                <a:xfrm>
                  <a:off x="4420274" y="2749455"/>
                  <a:ext cx="571952" cy="16983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7" name="Ink 66">
                  <a:extLst>
                    <a:ext uri="{FF2B5EF4-FFF2-40B4-BE49-F238E27FC236}">
                      <a16:creationId xmlns:a16="http://schemas.microsoft.com/office/drawing/2014/main" id="{6213FF8D-49AB-3FBE-1E81-2AC5D21D6FE6}"/>
                    </a:ext>
                  </a:extLst>
                </p14:cNvPr>
                <p14:cNvContentPartPr/>
                <p14:nvPr/>
              </p14:nvContentPartPr>
              <p14:xfrm>
                <a:off x="4966305" y="2744685"/>
                <a:ext cx="30600" cy="13680"/>
              </p14:xfrm>
            </p:contentPart>
          </mc:Choice>
          <mc:Fallback xmlns="">
            <p:pic>
              <p:nvPicPr>
                <p:cNvPr id="67" name="Ink 66">
                  <a:extLst>
                    <a:ext uri="{FF2B5EF4-FFF2-40B4-BE49-F238E27FC236}">
                      <a16:creationId xmlns:a16="http://schemas.microsoft.com/office/drawing/2014/main" id="{6213FF8D-49AB-3FBE-1E81-2AC5D21D6FE6}"/>
                    </a:ext>
                  </a:extLst>
                </p:cNvPr>
                <p:cNvPicPr/>
                <p:nvPr/>
              </p:nvPicPr>
              <p:blipFill>
                <a:blip r:embed="rId33"/>
                <a:stretch>
                  <a:fillRect/>
                </a:stretch>
              </p:blipFill>
              <p:spPr>
                <a:xfrm>
                  <a:off x="4959535" y="2737845"/>
                  <a:ext cx="43869" cy="27086"/>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69" name="Ink 68">
                <a:extLst>
                  <a:ext uri="{FF2B5EF4-FFF2-40B4-BE49-F238E27FC236}">
                    <a16:creationId xmlns:a16="http://schemas.microsoft.com/office/drawing/2014/main" id="{068B410E-3E09-3277-E798-10F6181DD3A9}"/>
                  </a:ext>
                </a:extLst>
              </p14:cNvPr>
              <p14:cNvContentPartPr/>
              <p14:nvPr/>
            </p14:nvContentPartPr>
            <p14:xfrm>
              <a:off x="4797620" y="2638620"/>
              <a:ext cx="480" cy="480"/>
            </p14:xfrm>
          </p:contentPart>
        </mc:Choice>
        <mc:Fallback xmlns="">
          <p:pic>
            <p:nvPicPr>
              <p:cNvPr id="69" name="Ink 68">
                <a:extLst>
                  <a:ext uri="{FF2B5EF4-FFF2-40B4-BE49-F238E27FC236}">
                    <a16:creationId xmlns:a16="http://schemas.microsoft.com/office/drawing/2014/main" id="{068B410E-3E09-3277-E798-10F6181DD3A9}"/>
                  </a:ext>
                </a:extLst>
              </p:cNvPr>
              <p:cNvPicPr/>
              <p:nvPr/>
            </p:nvPicPr>
            <p:blipFill>
              <a:blip r:embed="rId7"/>
              <a:stretch>
                <a:fillRect/>
              </a:stretch>
            </p:blipFill>
            <p:spPr>
              <a:xfrm>
                <a:off x="4785620" y="2626620"/>
                <a:ext cx="24000" cy="24000"/>
              </a:xfrm>
              <a:prstGeom prst="rect">
                <a:avLst/>
              </a:prstGeom>
            </p:spPr>
          </p:pic>
        </mc:Fallback>
      </mc:AlternateContent>
      <p:cxnSp>
        <p:nvCxnSpPr>
          <p:cNvPr id="72" name="Connector: Elbow 71">
            <a:extLst>
              <a:ext uri="{FF2B5EF4-FFF2-40B4-BE49-F238E27FC236}">
                <a16:creationId xmlns:a16="http://schemas.microsoft.com/office/drawing/2014/main" id="{812AF689-C0BC-C2B6-AF86-26B3B78C6E6E}"/>
              </a:ext>
            </a:extLst>
          </p:cNvPr>
          <p:cNvCxnSpPr>
            <a:cxnSpLocks/>
          </p:cNvCxnSpPr>
          <p:nvPr/>
        </p:nvCxnSpPr>
        <p:spPr>
          <a:xfrm rot="5400000">
            <a:off x="5543551" y="3771901"/>
            <a:ext cx="304800" cy="18203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61916661-D53B-2DBA-29FC-A2C9DAD66904}"/>
              </a:ext>
            </a:extLst>
          </p:cNvPr>
          <p:cNvCxnSpPr>
            <a:cxnSpLocks/>
          </p:cNvCxnSpPr>
          <p:nvPr/>
        </p:nvCxnSpPr>
        <p:spPr>
          <a:xfrm rot="16200000" flipH="1">
            <a:off x="5799668" y="3761317"/>
            <a:ext cx="311149" cy="20955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5F66CB0-5783-85DE-3FFA-6DAD9A74B02A}"/>
              </a:ext>
            </a:extLst>
          </p:cNvPr>
          <p:cNvCxnSpPr>
            <a:cxnSpLocks/>
          </p:cNvCxnSpPr>
          <p:nvPr/>
        </p:nvCxnSpPr>
        <p:spPr>
          <a:xfrm>
            <a:off x="5312834" y="3712633"/>
            <a:ext cx="9863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048DEF-D9D4-B185-8EE6-62B693BFA32C}"/>
              </a:ext>
            </a:extLst>
          </p:cNvPr>
          <p:cNvCxnSpPr>
            <a:cxnSpLocks/>
          </p:cNvCxnSpPr>
          <p:nvPr/>
        </p:nvCxnSpPr>
        <p:spPr>
          <a:xfrm flipV="1">
            <a:off x="6299200" y="3547533"/>
            <a:ext cx="0" cy="1629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4391E43-FBA8-7480-F387-F1F8639CAD0C}"/>
              </a:ext>
            </a:extLst>
          </p:cNvPr>
          <p:cNvCxnSpPr>
            <a:cxnSpLocks/>
          </p:cNvCxnSpPr>
          <p:nvPr/>
        </p:nvCxnSpPr>
        <p:spPr>
          <a:xfrm flipV="1">
            <a:off x="5312833" y="3579285"/>
            <a:ext cx="0" cy="131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7DB6336B-48D9-4822-9616-BA36BE5B0AF5}"/>
              </a:ext>
            </a:extLst>
          </p:cNvPr>
          <p:cNvCxnSpPr>
            <a:cxnSpLocks/>
          </p:cNvCxnSpPr>
          <p:nvPr/>
        </p:nvCxnSpPr>
        <p:spPr>
          <a:xfrm flipH="1">
            <a:off x="6447367" y="4305300"/>
            <a:ext cx="10900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2B8FF901-4116-95DB-C3CE-8C11E3E5BF71}"/>
              </a:ext>
            </a:extLst>
          </p:cNvPr>
          <p:cNvCxnSpPr>
            <a:cxnSpLocks/>
          </p:cNvCxnSpPr>
          <p:nvPr/>
        </p:nvCxnSpPr>
        <p:spPr>
          <a:xfrm flipH="1">
            <a:off x="6451601" y="5319184"/>
            <a:ext cx="12424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DC6B1CB8-3025-B2B8-8053-BA92C5F3E551}"/>
              </a:ext>
            </a:extLst>
          </p:cNvPr>
          <p:cNvCxnSpPr>
            <a:cxnSpLocks/>
          </p:cNvCxnSpPr>
          <p:nvPr/>
        </p:nvCxnSpPr>
        <p:spPr>
          <a:xfrm>
            <a:off x="5844117" y="4544485"/>
            <a:ext cx="0" cy="501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202E9BC-7102-A009-4C2C-3BFFCA649FC6}"/>
              </a:ext>
            </a:extLst>
          </p:cNvPr>
          <p:cNvCxnSpPr>
            <a:cxnSpLocks/>
          </p:cNvCxnSpPr>
          <p:nvPr/>
        </p:nvCxnSpPr>
        <p:spPr>
          <a:xfrm>
            <a:off x="5871633" y="5532968"/>
            <a:ext cx="0" cy="461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771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5" name="Title 1">
            <a:extLst>
              <a:ext uri="{FF2B5EF4-FFF2-40B4-BE49-F238E27FC236}">
                <a16:creationId xmlns:a16="http://schemas.microsoft.com/office/drawing/2014/main" id="{87BCD96F-17D2-F512-E410-20AF8EC59A3C}"/>
              </a:ext>
            </a:extLst>
          </p:cNvPr>
          <p:cNvSpPr txBox="1">
            <a:spLocks noGrp="1"/>
          </p:cNvSpPr>
          <p:nvPr>
            <p:ph type="title"/>
          </p:nvPr>
        </p:nvSpPr>
        <p:spPr>
          <a:xfrm>
            <a:off x="1228724" y="2668482"/>
            <a:ext cx="9734551" cy="1521035"/>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spcBef>
                <a:spcPct val="0"/>
              </a:spcBef>
              <a:spcAft>
                <a:spcPct val="0"/>
              </a:spcAft>
              <a:buClr>
                <a:srgbClr val="FFFFFF"/>
              </a:buClr>
              <a:buFont typeface="Besley" charset="0"/>
              <a:buNone/>
              <a:defRPr/>
            </a:pPr>
            <a:r>
              <a:rPr lang="en-US" altLang="ar-SA" sz="8000" dirty="0">
                <a:solidFill>
                  <a:schemeClr val="bg2">
                    <a:lumMod val="10000"/>
                  </a:schemeClr>
                </a:solidFill>
                <a:latin typeface="Aptos Display" panose="020B0004020202020204" pitchFamily="34" charset="0"/>
                <a:cs typeface="ADLaM Display" panose="02010000000000000000" pitchFamily="2" charset="0"/>
                <a:sym typeface="Besley" charset="0"/>
              </a:rPr>
              <a:t>Backend</a:t>
            </a:r>
            <a:endParaRPr lang="ar-SA" altLang="ar-SA" sz="8000" dirty="0">
              <a:solidFill>
                <a:schemeClr val="bg2">
                  <a:lumMod val="10000"/>
                </a:schemeClr>
              </a:solidFill>
              <a:latin typeface="Aptos Display" panose="020B0004020202020204" pitchFamily="34" charset="0"/>
              <a:cs typeface="ADLaM Display" panose="02010000000000000000" pitchFamily="2" charset="0"/>
              <a:sym typeface="Besley" charset="0"/>
            </a:endParaRPr>
          </a:p>
        </p:txBody>
      </p:sp>
      <p:sp>
        <p:nvSpPr>
          <p:cNvPr id="3" name="Google Shape;304;p33">
            <a:extLst>
              <a:ext uri="{FF2B5EF4-FFF2-40B4-BE49-F238E27FC236}">
                <a16:creationId xmlns:a16="http://schemas.microsoft.com/office/drawing/2014/main" id="{55DCEB58-6204-A26E-3452-D2027FD73072}"/>
              </a:ext>
            </a:extLst>
          </p:cNvPr>
          <p:cNvSpPr/>
          <p:nvPr/>
        </p:nvSpPr>
        <p:spPr>
          <a:xfrm>
            <a:off x="7469597" y="5530850"/>
            <a:ext cx="2654300"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4" name="Google Shape;304;p33">
            <a:extLst>
              <a:ext uri="{FF2B5EF4-FFF2-40B4-BE49-F238E27FC236}">
                <a16:creationId xmlns:a16="http://schemas.microsoft.com/office/drawing/2014/main" id="{102E86F5-32B0-66BD-60E3-5476E25D4ACD}"/>
              </a:ext>
            </a:extLst>
          </p:cNvPr>
          <p:cNvSpPr/>
          <p:nvPr/>
        </p:nvSpPr>
        <p:spPr>
          <a:xfrm>
            <a:off x="1325034" y="-1075266"/>
            <a:ext cx="2654300" cy="2656417"/>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Tree>
    <p:extLst>
      <p:ext uri="{BB962C8B-B14F-4D97-AF65-F5344CB8AC3E}">
        <p14:creationId xmlns:p14="http://schemas.microsoft.com/office/powerpoint/2010/main" val="225093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Google Shape;304;p33">
            <a:extLst>
              <a:ext uri="{FF2B5EF4-FFF2-40B4-BE49-F238E27FC236}">
                <a16:creationId xmlns:a16="http://schemas.microsoft.com/office/drawing/2014/main" id="{55DCEB58-6204-A26E-3452-D2027FD73072}"/>
              </a:ext>
            </a:extLst>
          </p:cNvPr>
          <p:cNvSpPr/>
          <p:nvPr/>
        </p:nvSpPr>
        <p:spPr>
          <a:xfrm>
            <a:off x="7931151" y="5530851"/>
            <a:ext cx="2654300"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4" name="Google Shape;304;p33">
            <a:extLst>
              <a:ext uri="{FF2B5EF4-FFF2-40B4-BE49-F238E27FC236}">
                <a16:creationId xmlns:a16="http://schemas.microsoft.com/office/drawing/2014/main" id="{102E86F5-32B0-66BD-60E3-5476E25D4ACD}"/>
              </a:ext>
            </a:extLst>
          </p:cNvPr>
          <p:cNvSpPr/>
          <p:nvPr/>
        </p:nvSpPr>
        <p:spPr>
          <a:xfrm>
            <a:off x="2274268" y="-1057849"/>
            <a:ext cx="2654300" cy="2656417"/>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5" name="Title 1">
            <a:extLst>
              <a:ext uri="{FF2B5EF4-FFF2-40B4-BE49-F238E27FC236}">
                <a16:creationId xmlns:a16="http://schemas.microsoft.com/office/drawing/2014/main" id="{84E4F027-8913-C442-2755-A813FC8E3FBB}"/>
              </a:ext>
            </a:extLst>
          </p:cNvPr>
          <p:cNvSpPr txBox="1">
            <a:spLocks noGrp="1"/>
          </p:cNvSpPr>
          <p:nvPr>
            <p:ph type="title"/>
          </p:nvPr>
        </p:nvSpPr>
        <p:spPr>
          <a:xfrm>
            <a:off x="1228724" y="2668482"/>
            <a:ext cx="9734551" cy="1521035"/>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spcBef>
                <a:spcPct val="0"/>
              </a:spcBef>
              <a:spcAft>
                <a:spcPct val="0"/>
              </a:spcAft>
              <a:buClr>
                <a:srgbClr val="FFFFFF"/>
              </a:buClr>
              <a:buFont typeface="Besley" charset="0"/>
              <a:buNone/>
              <a:defRPr/>
            </a:pPr>
            <a:r>
              <a:rPr lang="en-US" altLang="ar-SA" sz="8000" dirty="0">
                <a:solidFill>
                  <a:schemeClr val="bg2">
                    <a:lumMod val="10000"/>
                  </a:schemeClr>
                </a:solidFill>
                <a:latin typeface="Aptos Display" panose="020B0004020202020204" pitchFamily="34" charset="0"/>
                <a:cs typeface="ADLaM Display" panose="02010000000000000000" pitchFamily="2" charset="0"/>
                <a:sym typeface="Besley" charset="0"/>
              </a:rPr>
              <a:t>YOLOv8</a:t>
            </a:r>
            <a:endParaRPr lang="ar-SA" altLang="ar-SA" sz="8000" dirty="0">
              <a:solidFill>
                <a:schemeClr val="bg2">
                  <a:lumMod val="10000"/>
                </a:schemeClr>
              </a:solidFill>
              <a:latin typeface="Aptos Display" panose="020B0004020202020204" pitchFamily="34" charset="0"/>
              <a:cs typeface="ADLaM Display" panose="02010000000000000000" pitchFamily="2" charset="0"/>
              <a:sym typeface="Besley" charset="0"/>
            </a:endParaRPr>
          </a:p>
        </p:txBody>
      </p:sp>
    </p:spTree>
    <p:extLst>
      <p:ext uri="{BB962C8B-B14F-4D97-AF65-F5344CB8AC3E}">
        <p14:creationId xmlns:p14="http://schemas.microsoft.com/office/powerpoint/2010/main" val="707038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36AD4B1-5325-5B9E-A373-E0FB1D30E0D2}"/>
              </a:ext>
            </a:extLst>
          </p:cNvPr>
          <p:cNvPicPr>
            <a:picLocks noChangeAspect="1"/>
          </p:cNvPicPr>
          <p:nvPr/>
        </p:nvPicPr>
        <p:blipFill>
          <a:blip r:embed="rId3"/>
          <a:stretch>
            <a:fillRect/>
          </a:stretch>
        </p:blipFill>
        <p:spPr>
          <a:xfrm>
            <a:off x="1846217" y="2107103"/>
            <a:ext cx="8499566" cy="2643794"/>
          </a:xfrm>
          <a:prstGeom prst="rect">
            <a:avLst/>
          </a:prstGeom>
        </p:spPr>
      </p:pic>
    </p:spTree>
    <p:extLst>
      <p:ext uri="{BB962C8B-B14F-4D97-AF65-F5344CB8AC3E}">
        <p14:creationId xmlns:p14="http://schemas.microsoft.com/office/powerpoint/2010/main" val="4218657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Google Shape;304;p33">
            <a:extLst>
              <a:ext uri="{FF2B5EF4-FFF2-40B4-BE49-F238E27FC236}">
                <a16:creationId xmlns:a16="http://schemas.microsoft.com/office/drawing/2014/main" id="{48BC48E3-8DA4-CE15-80E9-88171080391F}"/>
              </a:ext>
            </a:extLst>
          </p:cNvPr>
          <p:cNvSpPr/>
          <p:nvPr/>
        </p:nvSpPr>
        <p:spPr>
          <a:xfrm>
            <a:off x="8711899" y="5011058"/>
            <a:ext cx="2654300"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6" name="Google Shape;304;p33">
            <a:extLst>
              <a:ext uri="{FF2B5EF4-FFF2-40B4-BE49-F238E27FC236}">
                <a16:creationId xmlns:a16="http://schemas.microsoft.com/office/drawing/2014/main" id="{17798EE2-33AD-4EE5-B860-B3029DDBAD31}"/>
              </a:ext>
            </a:extLst>
          </p:cNvPr>
          <p:cNvSpPr/>
          <p:nvPr/>
        </p:nvSpPr>
        <p:spPr>
          <a:xfrm>
            <a:off x="482359" y="-935507"/>
            <a:ext cx="2656417" cy="2654301"/>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2" name="Title 1">
            <a:extLst>
              <a:ext uri="{FF2B5EF4-FFF2-40B4-BE49-F238E27FC236}">
                <a16:creationId xmlns:a16="http://schemas.microsoft.com/office/drawing/2014/main" id="{880AC399-D5EF-DB88-68E9-ED27BA981262}"/>
              </a:ext>
            </a:extLst>
          </p:cNvPr>
          <p:cNvSpPr txBox="1">
            <a:spLocks noGrp="1"/>
          </p:cNvSpPr>
          <p:nvPr>
            <p:ph type="title"/>
          </p:nvPr>
        </p:nvSpPr>
        <p:spPr>
          <a:xfrm>
            <a:off x="1228724" y="2668482"/>
            <a:ext cx="9734551" cy="1521035"/>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spcBef>
                <a:spcPct val="0"/>
              </a:spcBef>
              <a:spcAft>
                <a:spcPct val="0"/>
              </a:spcAft>
              <a:buClr>
                <a:srgbClr val="FFFFFF"/>
              </a:buClr>
              <a:buFont typeface="Besley" charset="0"/>
              <a:buNone/>
              <a:defRPr/>
            </a:pPr>
            <a:r>
              <a:rPr lang="en-US" altLang="ar-SA" sz="8000" dirty="0">
                <a:solidFill>
                  <a:schemeClr val="bg2">
                    <a:lumMod val="10000"/>
                  </a:schemeClr>
                </a:solidFill>
                <a:latin typeface="Aptos Display" panose="020B0004020202020204" pitchFamily="34" charset="0"/>
                <a:cs typeface="ADLaM Display" panose="02010000000000000000" pitchFamily="2" charset="0"/>
                <a:sym typeface="Besley" charset="0"/>
              </a:rPr>
              <a:t>HOG Algorithm</a:t>
            </a:r>
            <a:endParaRPr lang="ar-SA" altLang="ar-SA" sz="8000" dirty="0">
              <a:solidFill>
                <a:schemeClr val="bg2">
                  <a:lumMod val="10000"/>
                </a:schemeClr>
              </a:solidFill>
              <a:latin typeface="Aptos Display" panose="020B0004020202020204" pitchFamily="34" charset="0"/>
              <a:cs typeface="ADLaM Display" panose="02010000000000000000" pitchFamily="2" charset="0"/>
              <a:sym typeface="Besley" charset="0"/>
            </a:endParaRPr>
          </a:p>
        </p:txBody>
      </p:sp>
    </p:spTree>
    <p:extLst>
      <p:ext uri="{BB962C8B-B14F-4D97-AF65-F5344CB8AC3E}">
        <p14:creationId xmlns:p14="http://schemas.microsoft.com/office/powerpoint/2010/main" val="476505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007435-BE5A-4D46-2DE0-E719AC552FD4}"/>
              </a:ext>
            </a:extLst>
          </p:cNvPr>
          <p:cNvPicPr>
            <a:picLocks noChangeAspect="1"/>
          </p:cNvPicPr>
          <p:nvPr/>
        </p:nvPicPr>
        <p:blipFill>
          <a:blip r:embed="rId3"/>
          <a:stretch>
            <a:fillRect/>
          </a:stretch>
        </p:blipFill>
        <p:spPr>
          <a:xfrm>
            <a:off x="1256967" y="1019156"/>
            <a:ext cx="3812182" cy="4819687"/>
          </a:xfrm>
          <a:prstGeom prst="rect">
            <a:avLst/>
          </a:prstGeom>
        </p:spPr>
      </p:pic>
      <p:sp>
        <p:nvSpPr>
          <p:cNvPr id="22" name="Isosceles Triangle 21">
            <a:extLst>
              <a:ext uri="{FF2B5EF4-FFF2-40B4-BE49-F238E27FC236}">
                <a16:creationId xmlns:a16="http://schemas.microsoft.com/office/drawing/2014/main" id="{D66F54FC-91D8-CC58-1367-B052C86C19CC}"/>
              </a:ext>
            </a:extLst>
          </p:cNvPr>
          <p:cNvSpPr/>
          <p:nvPr/>
        </p:nvSpPr>
        <p:spPr>
          <a:xfrm rot="16200000">
            <a:off x="4872181" y="3285028"/>
            <a:ext cx="1014687" cy="913533"/>
          </a:xfrm>
          <a:custGeom>
            <a:avLst/>
            <a:gdLst>
              <a:gd name="connsiteX0" fmla="*/ 0 w 994175"/>
              <a:gd name="connsiteY0" fmla="*/ 869230 h 869230"/>
              <a:gd name="connsiteX1" fmla="*/ 497088 w 994175"/>
              <a:gd name="connsiteY1" fmla="*/ 0 h 869230"/>
              <a:gd name="connsiteX2" fmla="*/ 994175 w 994175"/>
              <a:gd name="connsiteY2" fmla="*/ 869230 h 869230"/>
              <a:gd name="connsiteX3" fmla="*/ 0 w 994175"/>
              <a:gd name="connsiteY3" fmla="*/ 869230 h 869230"/>
              <a:gd name="connsiteX0" fmla="*/ 0 w 994175"/>
              <a:gd name="connsiteY0" fmla="*/ 860349 h 860349"/>
              <a:gd name="connsiteX1" fmla="*/ 488210 w 994175"/>
              <a:gd name="connsiteY1" fmla="*/ 0 h 860349"/>
              <a:gd name="connsiteX2" fmla="*/ 994175 w 994175"/>
              <a:gd name="connsiteY2" fmla="*/ 860349 h 860349"/>
              <a:gd name="connsiteX3" fmla="*/ 0 w 994175"/>
              <a:gd name="connsiteY3" fmla="*/ 860349 h 860349"/>
            </a:gdLst>
            <a:ahLst/>
            <a:cxnLst>
              <a:cxn ang="0">
                <a:pos x="connsiteX0" y="connsiteY0"/>
              </a:cxn>
              <a:cxn ang="0">
                <a:pos x="connsiteX1" y="connsiteY1"/>
              </a:cxn>
              <a:cxn ang="0">
                <a:pos x="connsiteX2" y="connsiteY2"/>
              </a:cxn>
              <a:cxn ang="0">
                <a:pos x="connsiteX3" y="connsiteY3"/>
              </a:cxn>
            </a:cxnLst>
            <a:rect l="l" t="t" r="r" b="b"/>
            <a:pathLst>
              <a:path w="994175" h="860349">
                <a:moveTo>
                  <a:pt x="0" y="860349"/>
                </a:moveTo>
                <a:lnTo>
                  <a:pt x="488210" y="0"/>
                </a:lnTo>
                <a:lnTo>
                  <a:pt x="994175" y="860349"/>
                </a:lnTo>
                <a:lnTo>
                  <a:pt x="0" y="860349"/>
                </a:lnTo>
                <a:close/>
              </a:path>
            </a:pathLst>
          </a:custGeom>
          <a:solidFill>
            <a:srgbClr val="808080">
              <a:alpha val="54118"/>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0F2723EF-1DAE-FC80-3ECB-BCAC198507E0}"/>
              </a:ext>
            </a:extLst>
          </p:cNvPr>
          <p:cNvPicPr>
            <a:picLocks noChangeAspect="1"/>
          </p:cNvPicPr>
          <p:nvPr/>
        </p:nvPicPr>
        <p:blipFill rotWithShape="1">
          <a:blip r:embed="rId4"/>
          <a:srcRect l="20504" t="26108"/>
          <a:stretch/>
        </p:blipFill>
        <p:spPr>
          <a:xfrm>
            <a:off x="5756392" y="3224004"/>
            <a:ext cx="5769904" cy="1025135"/>
          </a:xfrm>
          <a:prstGeom prst="roundRect">
            <a:avLst/>
          </a:prstGeom>
          <a:effectLst>
            <a:outerShdw blurRad="63500" sx="102000" sy="102000" algn="ctr" rotWithShape="0">
              <a:prstClr val="black">
                <a:alpha val="40000"/>
              </a:prstClr>
            </a:outerShdw>
          </a:effectLst>
        </p:spPr>
      </p:pic>
      <p:sp>
        <p:nvSpPr>
          <p:cNvPr id="14" name="Rectangle 13">
            <a:extLst>
              <a:ext uri="{FF2B5EF4-FFF2-40B4-BE49-F238E27FC236}">
                <a16:creationId xmlns:a16="http://schemas.microsoft.com/office/drawing/2014/main" id="{BC589B75-2B54-AC8A-83FF-C4FBCCE2C965}"/>
              </a:ext>
            </a:extLst>
          </p:cNvPr>
          <p:cNvSpPr/>
          <p:nvPr/>
        </p:nvSpPr>
        <p:spPr>
          <a:xfrm>
            <a:off x="2024109" y="3622087"/>
            <a:ext cx="2965141" cy="301841"/>
          </a:xfrm>
          <a:prstGeom prst="rect">
            <a:avLst/>
          </a:prstGeom>
          <a:noFill/>
          <a:ln w="3175">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1523968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342762-4C62-78CD-E5B3-499E7A43FE7D}"/>
              </a:ext>
            </a:extLst>
          </p:cNvPr>
          <p:cNvPicPr>
            <a:picLocks noChangeAspect="1"/>
          </p:cNvPicPr>
          <p:nvPr/>
        </p:nvPicPr>
        <p:blipFill>
          <a:blip r:embed="rId3"/>
          <a:stretch>
            <a:fillRect/>
          </a:stretch>
        </p:blipFill>
        <p:spPr>
          <a:xfrm>
            <a:off x="2336123" y="1399447"/>
            <a:ext cx="7519754" cy="4059106"/>
          </a:xfrm>
          <a:prstGeom prst="rect">
            <a:avLst/>
          </a:prstGeom>
        </p:spPr>
      </p:pic>
    </p:spTree>
    <p:extLst>
      <p:ext uri="{BB962C8B-B14F-4D97-AF65-F5344CB8AC3E}">
        <p14:creationId xmlns:p14="http://schemas.microsoft.com/office/powerpoint/2010/main" val="2622955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Google Shape;304;p33">
            <a:extLst>
              <a:ext uri="{FF2B5EF4-FFF2-40B4-BE49-F238E27FC236}">
                <a16:creationId xmlns:a16="http://schemas.microsoft.com/office/drawing/2014/main" id="{48BC48E3-8DA4-CE15-80E9-88171080391F}"/>
              </a:ext>
            </a:extLst>
          </p:cNvPr>
          <p:cNvSpPr/>
          <p:nvPr/>
        </p:nvSpPr>
        <p:spPr>
          <a:xfrm>
            <a:off x="7544951" y="5530850"/>
            <a:ext cx="2654300"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6" name="Google Shape;304;p33">
            <a:extLst>
              <a:ext uri="{FF2B5EF4-FFF2-40B4-BE49-F238E27FC236}">
                <a16:creationId xmlns:a16="http://schemas.microsoft.com/office/drawing/2014/main" id="{17798EE2-33AD-4EE5-B860-B3029DDBAD31}"/>
              </a:ext>
            </a:extLst>
          </p:cNvPr>
          <p:cNvSpPr/>
          <p:nvPr/>
        </p:nvSpPr>
        <p:spPr>
          <a:xfrm>
            <a:off x="2319868" y="-926798"/>
            <a:ext cx="2656417" cy="2654301"/>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4" name="Title 1">
            <a:extLst>
              <a:ext uri="{FF2B5EF4-FFF2-40B4-BE49-F238E27FC236}">
                <a16:creationId xmlns:a16="http://schemas.microsoft.com/office/drawing/2014/main" id="{9D6D6DD7-6257-3CEC-7D5B-BF2F6FC7F6B6}"/>
              </a:ext>
            </a:extLst>
          </p:cNvPr>
          <p:cNvSpPr txBox="1">
            <a:spLocks noGrp="1"/>
          </p:cNvSpPr>
          <p:nvPr>
            <p:ph type="title"/>
          </p:nvPr>
        </p:nvSpPr>
        <p:spPr>
          <a:xfrm>
            <a:off x="1228724" y="2668482"/>
            <a:ext cx="9734551" cy="1521035"/>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spcBef>
                <a:spcPct val="0"/>
              </a:spcBef>
              <a:spcAft>
                <a:spcPct val="0"/>
              </a:spcAft>
              <a:buClr>
                <a:srgbClr val="FFFFFF"/>
              </a:buClr>
              <a:buFont typeface="Besley" charset="0"/>
              <a:buNone/>
              <a:defRPr/>
            </a:pPr>
            <a:r>
              <a:rPr lang="en-US" altLang="ar-SA" sz="8000" dirty="0">
                <a:solidFill>
                  <a:schemeClr val="bg2">
                    <a:lumMod val="10000"/>
                  </a:schemeClr>
                </a:solidFill>
                <a:latin typeface="Aptos Display" panose="020B0004020202020204" pitchFamily="34" charset="0"/>
                <a:cs typeface="ADLaM Display" panose="02010000000000000000" pitchFamily="2" charset="0"/>
                <a:sym typeface="Besley" charset="0"/>
              </a:rPr>
              <a:t>VGG19</a:t>
            </a:r>
            <a:endParaRPr lang="ar-SA" altLang="ar-SA" sz="8000" dirty="0">
              <a:solidFill>
                <a:schemeClr val="bg2">
                  <a:lumMod val="10000"/>
                </a:schemeClr>
              </a:solidFill>
              <a:latin typeface="Aptos Display" panose="020B0004020202020204" pitchFamily="34" charset="0"/>
              <a:cs typeface="ADLaM Display" panose="02010000000000000000" pitchFamily="2" charset="0"/>
              <a:sym typeface="Besley" charset="0"/>
            </a:endParaRPr>
          </a:p>
        </p:txBody>
      </p:sp>
    </p:spTree>
    <p:extLst>
      <p:ext uri="{BB962C8B-B14F-4D97-AF65-F5344CB8AC3E}">
        <p14:creationId xmlns:p14="http://schemas.microsoft.com/office/powerpoint/2010/main" val="1544184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7DDB92-0473-B1D9-A4A7-F21EAA4FD0B7}"/>
              </a:ext>
            </a:extLst>
          </p:cNvPr>
          <p:cNvPicPr>
            <a:picLocks noChangeAspect="1"/>
          </p:cNvPicPr>
          <p:nvPr/>
        </p:nvPicPr>
        <p:blipFill>
          <a:blip r:embed="rId3"/>
          <a:stretch>
            <a:fillRect/>
          </a:stretch>
        </p:blipFill>
        <p:spPr>
          <a:xfrm>
            <a:off x="496387" y="1241874"/>
            <a:ext cx="6715286" cy="4374251"/>
          </a:xfrm>
          <a:prstGeom prst="rect">
            <a:avLst/>
          </a:prstGeom>
        </p:spPr>
      </p:pic>
      <p:sp>
        <p:nvSpPr>
          <p:cNvPr id="9" name="Rectangle 8">
            <a:extLst>
              <a:ext uri="{FF2B5EF4-FFF2-40B4-BE49-F238E27FC236}">
                <a16:creationId xmlns:a16="http://schemas.microsoft.com/office/drawing/2014/main" id="{E1677C01-F388-5942-9DD1-792A0C3DC88B}"/>
              </a:ext>
            </a:extLst>
          </p:cNvPr>
          <p:cNvSpPr/>
          <p:nvPr/>
        </p:nvSpPr>
        <p:spPr>
          <a:xfrm>
            <a:off x="1454331" y="3352800"/>
            <a:ext cx="3910149" cy="1166949"/>
          </a:xfrm>
          <a:prstGeom prst="rect">
            <a:avLst/>
          </a:prstGeom>
          <a:noFill/>
          <a:ln w="3175">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8" name="Isosceles Triangle 21">
            <a:extLst>
              <a:ext uri="{FF2B5EF4-FFF2-40B4-BE49-F238E27FC236}">
                <a16:creationId xmlns:a16="http://schemas.microsoft.com/office/drawing/2014/main" id="{9552C19B-7F30-0827-FC2C-ACC39CDFAE99}"/>
              </a:ext>
            </a:extLst>
          </p:cNvPr>
          <p:cNvSpPr/>
          <p:nvPr/>
        </p:nvSpPr>
        <p:spPr>
          <a:xfrm rot="16200000">
            <a:off x="5012221" y="3462094"/>
            <a:ext cx="1410789" cy="913533"/>
          </a:xfrm>
          <a:custGeom>
            <a:avLst/>
            <a:gdLst>
              <a:gd name="connsiteX0" fmla="*/ 0 w 994175"/>
              <a:gd name="connsiteY0" fmla="*/ 869230 h 869230"/>
              <a:gd name="connsiteX1" fmla="*/ 497088 w 994175"/>
              <a:gd name="connsiteY1" fmla="*/ 0 h 869230"/>
              <a:gd name="connsiteX2" fmla="*/ 994175 w 994175"/>
              <a:gd name="connsiteY2" fmla="*/ 869230 h 869230"/>
              <a:gd name="connsiteX3" fmla="*/ 0 w 994175"/>
              <a:gd name="connsiteY3" fmla="*/ 869230 h 869230"/>
              <a:gd name="connsiteX0" fmla="*/ 0 w 994175"/>
              <a:gd name="connsiteY0" fmla="*/ 860349 h 860349"/>
              <a:gd name="connsiteX1" fmla="*/ 488210 w 994175"/>
              <a:gd name="connsiteY1" fmla="*/ 0 h 860349"/>
              <a:gd name="connsiteX2" fmla="*/ 994175 w 994175"/>
              <a:gd name="connsiteY2" fmla="*/ 860349 h 860349"/>
              <a:gd name="connsiteX3" fmla="*/ 0 w 994175"/>
              <a:gd name="connsiteY3" fmla="*/ 860349 h 860349"/>
            </a:gdLst>
            <a:ahLst/>
            <a:cxnLst>
              <a:cxn ang="0">
                <a:pos x="connsiteX0" y="connsiteY0"/>
              </a:cxn>
              <a:cxn ang="0">
                <a:pos x="connsiteX1" y="connsiteY1"/>
              </a:cxn>
              <a:cxn ang="0">
                <a:pos x="connsiteX2" y="connsiteY2"/>
              </a:cxn>
              <a:cxn ang="0">
                <a:pos x="connsiteX3" y="connsiteY3"/>
              </a:cxn>
            </a:cxnLst>
            <a:rect l="l" t="t" r="r" b="b"/>
            <a:pathLst>
              <a:path w="994175" h="860349">
                <a:moveTo>
                  <a:pt x="0" y="860349"/>
                </a:moveTo>
                <a:lnTo>
                  <a:pt x="488210" y="0"/>
                </a:lnTo>
                <a:lnTo>
                  <a:pt x="994175" y="860349"/>
                </a:lnTo>
                <a:lnTo>
                  <a:pt x="0" y="860349"/>
                </a:lnTo>
                <a:close/>
              </a:path>
            </a:pathLst>
          </a:custGeom>
          <a:solidFill>
            <a:srgbClr val="808080">
              <a:alpha val="54118"/>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CC72208D-05D6-29EA-61E3-0F4A3F0B928C}"/>
              </a:ext>
            </a:extLst>
          </p:cNvPr>
          <p:cNvPicPr>
            <a:picLocks noChangeAspect="1"/>
          </p:cNvPicPr>
          <p:nvPr/>
        </p:nvPicPr>
        <p:blipFill rotWithShape="1">
          <a:blip r:embed="rId4"/>
          <a:srcRect l="17701" t="22941" b="10729"/>
          <a:stretch/>
        </p:blipFill>
        <p:spPr>
          <a:xfrm>
            <a:off x="6096000" y="3150329"/>
            <a:ext cx="5911328" cy="1550126"/>
          </a:xfrm>
          <a:prstGeom prst="round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995586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3BF929-BCF9-AB0B-0205-D8A7EBAD5473}"/>
              </a:ext>
            </a:extLst>
          </p:cNvPr>
          <p:cNvPicPr>
            <a:picLocks noChangeAspect="1"/>
          </p:cNvPicPr>
          <p:nvPr/>
        </p:nvPicPr>
        <p:blipFill>
          <a:blip r:embed="rId3"/>
          <a:stretch>
            <a:fillRect/>
          </a:stretch>
        </p:blipFill>
        <p:spPr>
          <a:xfrm>
            <a:off x="1795454" y="1182732"/>
            <a:ext cx="8601092" cy="4492535"/>
          </a:xfrm>
          <a:prstGeom prst="rect">
            <a:avLst/>
          </a:prstGeom>
        </p:spPr>
      </p:pic>
    </p:spTree>
    <p:extLst>
      <p:ext uri="{BB962C8B-B14F-4D97-AF65-F5344CB8AC3E}">
        <p14:creationId xmlns:p14="http://schemas.microsoft.com/office/powerpoint/2010/main" val="3357742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Google Shape;304;p33">
            <a:extLst>
              <a:ext uri="{FF2B5EF4-FFF2-40B4-BE49-F238E27FC236}">
                <a16:creationId xmlns:a16="http://schemas.microsoft.com/office/drawing/2014/main" id="{48BC48E3-8DA4-CE15-80E9-88171080391F}"/>
              </a:ext>
            </a:extLst>
          </p:cNvPr>
          <p:cNvSpPr/>
          <p:nvPr/>
        </p:nvSpPr>
        <p:spPr>
          <a:xfrm>
            <a:off x="8078198" y="5629367"/>
            <a:ext cx="2654300" cy="2654300"/>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6" name="Google Shape;304;p33">
            <a:extLst>
              <a:ext uri="{FF2B5EF4-FFF2-40B4-BE49-F238E27FC236}">
                <a16:creationId xmlns:a16="http://schemas.microsoft.com/office/drawing/2014/main" id="{17798EE2-33AD-4EE5-B860-B3029DDBAD31}"/>
              </a:ext>
            </a:extLst>
          </p:cNvPr>
          <p:cNvSpPr/>
          <p:nvPr/>
        </p:nvSpPr>
        <p:spPr>
          <a:xfrm>
            <a:off x="1449011" y="-1222890"/>
            <a:ext cx="2656417" cy="2654301"/>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2" name="Title 1">
            <a:extLst>
              <a:ext uri="{FF2B5EF4-FFF2-40B4-BE49-F238E27FC236}">
                <a16:creationId xmlns:a16="http://schemas.microsoft.com/office/drawing/2014/main" id="{E377FD70-220A-CBDA-E763-3823C42D7B46}"/>
              </a:ext>
            </a:extLst>
          </p:cNvPr>
          <p:cNvSpPr txBox="1">
            <a:spLocks/>
          </p:cNvSpPr>
          <p:nvPr/>
        </p:nvSpPr>
        <p:spPr bwMode="auto">
          <a:xfrm>
            <a:off x="997947" y="2668482"/>
            <a:ext cx="9734551" cy="152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t" anchorCtr="0" compatLnSpc="1">
            <a:prstTxWarp prst="textNoShape">
              <a:avLst/>
            </a:prstTxWarp>
            <a:noAutofit/>
          </a:bodyPr>
          <a:lstStyle>
            <a:defPPr marR="0" lvl="0" algn="l" rtl="0">
              <a:lnSpc>
                <a:spcPct val="100000"/>
              </a:lnSpc>
              <a:spcBef>
                <a:spcPts val="0"/>
              </a:spcBef>
              <a:spcAft>
                <a:spcPts val="0"/>
              </a:spcAft>
              <a:defRPr lang="ar-SA"/>
            </a:defPPr>
            <a:lvl1pPr lvl="0" algn="l" rtl="0" eaLnBrk="0" fontAlgn="base" hangingPunct="0">
              <a:spcBef>
                <a:spcPct val="0"/>
              </a:spcBef>
              <a:spcAft>
                <a:spcPct val="0"/>
              </a:spcAft>
              <a:buClr>
                <a:srgbClr val="000000"/>
              </a:buClr>
              <a:buSzPts val="3000"/>
              <a:buFont typeface="Arial" panose="020B0604020202020204" pitchFamily="34" charset="0"/>
              <a:buNone/>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lvl="1" algn="l" rtl="0" eaLnBrk="0" fontAlgn="base" hangingPunct="0">
              <a:spcBef>
                <a:spcPct val="0"/>
              </a:spcBef>
              <a:spcAft>
                <a:spcPct val="0"/>
              </a:spcAft>
              <a:buClr>
                <a:srgbClr val="000000"/>
              </a:buClr>
              <a:buSzPts val="3500"/>
              <a:buFont typeface="Arial" panose="020B0604020202020204" pitchFamily="34" charset="0"/>
              <a:buNone/>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lvl="2" algn="l" rtl="0" eaLnBrk="0" fontAlgn="base" hangingPunct="0">
              <a:spcBef>
                <a:spcPct val="0"/>
              </a:spcBef>
              <a:spcAft>
                <a:spcPct val="0"/>
              </a:spcAft>
              <a:buClr>
                <a:srgbClr val="000000"/>
              </a:buClr>
              <a:buSzPts val="3500"/>
              <a:buFont typeface="Arial" panose="020B0604020202020204" pitchFamily="34" charset="0"/>
              <a:buNone/>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lvl="3" algn="l" rtl="0" eaLnBrk="0" fontAlgn="base" hangingPunct="0">
              <a:spcBef>
                <a:spcPct val="0"/>
              </a:spcBef>
              <a:spcAft>
                <a:spcPct val="0"/>
              </a:spcAft>
              <a:buClr>
                <a:srgbClr val="000000"/>
              </a:buClr>
              <a:buSzPts val="3500"/>
              <a:buFont typeface="Arial" panose="020B0604020202020204" pitchFamily="34" charset="0"/>
              <a:buNone/>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lvl="4" algn="l" rtl="0" eaLnBrk="0" fontAlgn="base" hangingPunct="0">
              <a:spcBef>
                <a:spcPct val="0"/>
              </a:spcBef>
              <a:spcAft>
                <a:spcPct val="0"/>
              </a:spcAft>
              <a:buClr>
                <a:srgbClr val="000000"/>
              </a:buClr>
              <a:buSzPts val="3500"/>
              <a:buFont typeface="Arial" panose="020B0604020202020204" pitchFamily="34" charset="0"/>
              <a:buNone/>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marR="0" lvl="5" algn="l" defTabSz="1219170" rtl="0" eaLnBrk="1" latinLnBrk="0" hangingPunct="1">
              <a:lnSpc>
                <a:spcPct val="100000"/>
              </a:lnSpc>
              <a:spcBef>
                <a:spcPts val="0"/>
              </a:spcBef>
              <a:spcAft>
                <a:spcPts val="0"/>
              </a:spcAft>
              <a:buClr>
                <a:srgbClr val="000000"/>
              </a:buClr>
              <a:buSzPts val="3500"/>
              <a:buFont typeface="Arial"/>
              <a:buNone/>
              <a:defRPr sz="1867" b="0" i="0" u="none" strike="noStrike" kern="1200" cap="none">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marR="0" lvl="6" algn="l" defTabSz="1219170" rtl="0" eaLnBrk="1" latinLnBrk="0" hangingPunct="1">
              <a:lnSpc>
                <a:spcPct val="100000"/>
              </a:lnSpc>
              <a:spcBef>
                <a:spcPts val="0"/>
              </a:spcBef>
              <a:spcAft>
                <a:spcPts val="0"/>
              </a:spcAft>
              <a:buClr>
                <a:srgbClr val="000000"/>
              </a:buClr>
              <a:buSzPts val="3500"/>
              <a:buFont typeface="Arial"/>
              <a:buNone/>
              <a:defRPr sz="1867" b="0" i="0" u="none" strike="noStrike" kern="1200" cap="none">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marR="0" lvl="7" algn="l" defTabSz="1219170" rtl="0" eaLnBrk="1" latinLnBrk="0" hangingPunct="1">
              <a:lnSpc>
                <a:spcPct val="100000"/>
              </a:lnSpc>
              <a:spcBef>
                <a:spcPts val="0"/>
              </a:spcBef>
              <a:spcAft>
                <a:spcPts val="0"/>
              </a:spcAft>
              <a:buClr>
                <a:srgbClr val="000000"/>
              </a:buClr>
              <a:buSzPts val="3500"/>
              <a:buFont typeface="Arial"/>
              <a:buNone/>
              <a:defRPr sz="1867" b="0" i="0" u="none" strike="noStrike" kern="1200" cap="none">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marR="0" lvl="8" algn="l" defTabSz="1219170" rtl="0" eaLnBrk="1" latinLnBrk="0" hangingPunct="1">
              <a:lnSpc>
                <a:spcPct val="100000"/>
              </a:lnSpc>
              <a:spcBef>
                <a:spcPts val="0"/>
              </a:spcBef>
              <a:spcAft>
                <a:spcPts val="0"/>
              </a:spcAft>
              <a:buClr>
                <a:srgbClr val="000000"/>
              </a:buClr>
              <a:buSzPts val="3500"/>
              <a:buFont typeface="Arial"/>
              <a:buNone/>
              <a:defRPr sz="1867" b="0" i="0" u="none" strike="noStrike" kern="1200" cap="none">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eaLnBrk="1" hangingPunct="1">
              <a:buClr>
                <a:srgbClr val="FFFFFF"/>
              </a:buClr>
              <a:buFont typeface="Besley" charset="0"/>
              <a:buNone/>
              <a:defRPr/>
            </a:pPr>
            <a:r>
              <a:rPr lang="en-US" altLang="ar-SA" sz="8000">
                <a:solidFill>
                  <a:schemeClr val="bg2">
                    <a:lumMod val="10000"/>
                  </a:schemeClr>
                </a:solidFill>
                <a:latin typeface="Aptos Display" panose="020B0004020202020204" pitchFamily="34" charset="0"/>
                <a:cs typeface="ADLaM Display" panose="02010000000000000000" pitchFamily="2" charset="0"/>
                <a:sym typeface="Besley" charset="0"/>
              </a:rPr>
              <a:t>SVM</a:t>
            </a:r>
            <a:endParaRPr lang="ar-SA" altLang="ar-SA" sz="8000" dirty="0">
              <a:solidFill>
                <a:schemeClr val="bg2">
                  <a:lumMod val="10000"/>
                </a:schemeClr>
              </a:solidFill>
              <a:latin typeface="Aptos Display" panose="020B0004020202020204" pitchFamily="34" charset="0"/>
              <a:cs typeface="ADLaM Display" panose="02010000000000000000" pitchFamily="2" charset="0"/>
              <a:sym typeface="Besley" charset="0"/>
            </a:endParaRPr>
          </a:p>
        </p:txBody>
      </p:sp>
    </p:spTree>
    <p:extLst>
      <p:ext uri="{BB962C8B-B14F-4D97-AF65-F5344CB8AC3E}">
        <p14:creationId xmlns:p14="http://schemas.microsoft.com/office/powerpoint/2010/main" val="1938519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E13F5C-58DA-7296-A5D7-841A003C1C81}"/>
              </a:ext>
            </a:extLst>
          </p:cNvPr>
          <p:cNvPicPr>
            <a:picLocks noChangeAspect="1"/>
          </p:cNvPicPr>
          <p:nvPr/>
        </p:nvPicPr>
        <p:blipFill>
          <a:blip r:embed="rId3"/>
          <a:stretch>
            <a:fillRect/>
          </a:stretch>
        </p:blipFill>
        <p:spPr>
          <a:xfrm>
            <a:off x="1672881" y="1744812"/>
            <a:ext cx="8846238" cy="3368375"/>
          </a:xfrm>
          <a:prstGeom prst="rect">
            <a:avLst/>
          </a:prstGeom>
        </p:spPr>
      </p:pic>
    </p:spTree>
    <p:extLst>
      <p:ext uri="{BB962C8B-B14F-4D97-AF65-F5344CB8AC3E}">
        <p14:creationId xmlns:p14="http://schemas.microsoft.com/office/powerpoint/2010/main" val="3179228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90FD0B5B-B6E5-C084-AF3D-FE0C650FC675}"/>
              </a:ext>
            </a:extLst>
          </p:cNvPr>
          <p:cNvSpPr txBox="1">
            <a:spLocks noGrp="1"/>
          </p:cNvSpPr>
          <p:nvPr>
            <p:ph type="title"/>
          </p:nvPr>
        </p:nvSpPr>
        <p:spPr>
          <a:xfrm>
            <a:off x="1608667" y="2523067"/>
            <a:ext cx="10272184" cy="762000"/>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ct val="0"/>
              </a:spcBef>
              <a:spcAft>
                <a:spcPct val="0"/>
              </a:spcAft>
            </a:pPr>
            <a:r>
              <a:rPr lang="en-US" altLang="ar-SA" sz="7200" dirty="0">
                <a:latin typeface="Arial" panose="020B0604020202020204" pitchFamily="34" charset="0"/>
                <a:cs typeface="Arial" panose="020B0604020202020204" pitchFamily="34" charset="0"/>
              </a:rPr>
              <a:t>Result and Discussion </a:t>
            </a:r>
            <a:endParaRPr lang="ar-SA" altLang="ar-SA" sz="7200" dirty="0">
              <a:latin typeface="Arial" panose="020B0604020202020204" pitchFamily="34" charset="0"/>
              <a:cs typeface="Arial" panose="020B0604020202020204" pitchFamily="34" charset="0"/>
            </a:endParaRPr>
          </a:p>
        </p:txBody>
      </p:sp>
      <p:sp>
        <p:nvSpPr>
          <p:cNvPr id="4" name="Google Shape;304;p33">
            <a:extLst>
              <a:ext uri="{FF2B5EF4-FFF2-40B4-BE49-F238E27FC236}">
                <a16:creationId xmlns:a16="http://schemas.microsoft.com/office/drawing/2014/main" id="{7CFD3F50-287A-66A8-3DD3-10FB3A330881}"/>
              </a:ext>
            </a:extLst>
          </p:cNvPr>
          <p:cNvSpPr/>
          <p:nvPr/>
        </p:nvSpPr>
        <p:spPr>
          <a:xfrm>
            <a:off x="10168320" y="-746709"/>
            <a:ext cx="2654300" cy="2656417"/>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5" name="Google Shape;304;p33">
            <a:extLst>
              <a:ext uri="{FF2B5EF4-FFF2-40B4-BE49-F238E27FC236}">
                <a16:creationId xmlns:a16="http://schemas.microsoft.com/office/drawing/2014/main" id="{B190FD2B-9EB9-53B2-E637-8B0178776D9C}"/>
              </a:ext>
            </a:extLst>
          </p:cNvPr>
          <p:cNvSpPr/>
          <p:nvPr/>
        </p:nvSpPr>
        <p:spPr>
          <a:xfrm>
            <a:off x="-1327150" y="4073804"/>
            <a:ext cx="2654300" cy="2654300"/>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Tree>
    <p:extLst>
      <p:ext uri="{BB962C8B-B14F-4D97-AF65-F5344CB8AC3E}">
        <p14:creationId xmlns:p14="http://schemas.microsoft.com/office/powerpoint/2010/main" val="41613703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ACDCB04-D732-D277-86C3-22028B178B69}"/>
              </a:ext>
            </a:extLst>
          </p:cNvPr>
          <p:cNvGraphicFramePr>
            <a:graphicFrameLocks noGrp="1"/>
          </p:cNvGraphicFramePr>
          <p:nvPr>
            <p:extLst>
              <p:ext uri="{D42A27DB-BD31-4B8C-83A1-F6EECF244321}">
                <p14:modId xmlns:p14="http://schemas.microsoft.com/office/powerpoint/2010/main" val="1664425073"/>
              </p:ext>
            </p:extLst>
          </p:nvPr>
        </p:nvGraphicFramePr>
        <p:xfrm>
          <a:off x="880533" y="1797060"/>
          <a:ext cx="10430933" cy="2920978"/>
        </p:xfrm>
        <a:graphic>
          <a:graphicData uri="http://schemas.openxmlformats.org/drawingml/2006/table">
            <a:tbl>
              <a:tblPr firstRow="1" firstCol="1" bandRow="1"/>
              <a:tblGrid>
                <a:gridCol w="2696303">
                  <a:extLst>
                    <a:ext uri="{9D8B030D-6E8A-4147-A177-3AD203B41FA5}">
                      <a16:colId xmlns:a16="http://schemas.microsoft.com/office/drawing/2014/main" val="20000"/>
                    </a:ext>
                  </a:extLst>
                </a:gridCol>
                <a:gridCol w="1289105">
                  <a:extLst>
                    <a:ext uri="{9D8B030D-6E8A-4147-A177-3AD203B41FA5}">
                      <a16:colId xmlns:a16="http://schemas.microsoft.com/office/drawing/2014/main" val="20001"/>
                    </a:ext>
                  </a:extLst>
                </a:gridCol>
                <a:gridCol w="1289105">
                  <a:extLst>
                    <a:ext uri="{9D8B030D-6E8A-4147-A177-3AD203B41FA5}">
                      <a16:colId xmlns:a16="http://schemas.microsoft.com/office/drawing/2014/main" val="20002"/>
                    </a:ext>
                  </a:extLst>
                </a:gridCol>
                <a:gridCol w="1289105">
                  <a:extLst>
                    <a:ext uri="{9D8B030D-6E8A-4147-A177-3AD203B41FA5}">
                      <a16:colId xmlns:a16="http://schemas.microsoft.com/office/drawing/2014/main" val="20003"/>
                    </a:ext>
                  </a:extLst>
                </a:gridCol>
                <a:gridCol w="1289105">
                  <a:extLst>
                    <a:ext uri="{9D8B030D-6E8A-4147-A177-3AD203B41FA5}">
                      <a16:colId xmlns:a16="http://schemas.microsoft.com/office/drawing/2014/main" val="20004"/>
                    </a:ext>
                  </a:extLst>
                </a:gridCol>
                <a:gridCol w="1289105">
                  <a:extLst>
                    <a:ext uri="{9D8B030D-6E8A-4147-A177-3AD203B41FA5}">
                      <a16:colId xmlns:a16="http://schemas.microsoft.com/office/drawing/2014/main" val="20005"/>
                    </a:ext>
                  </a:extLst>
                </a:gridCol>
                <a:gridCol w="1289105">
                  <a:extLst>
                    <a:ext uri="{9D8B030D-6E8A-4147-A177-3AD203B41FA5}">
                      <a16:colId xmlns:a16="http://schemas.microsoft.com/office/drawing/2014/main" val="20006"/>
                    </a:ext>
                  </a:extLst>
                </a:gridCol>
              </a:tblGrid>
              <a:tr h="1197584">
                <a:tc>
                  <a:txBody>
                    <a:bodyPr/>
                    <a:lstStyle/>
                    <a:p>
                      <a:pPr marL="457200" marR="0" indent="-457200" algn="ctr">
                        <a:lnSpc>
                          <a:spcPct val="100000"/>
                        </a:lnSpc>
                        <a:spcBef>
                          <a:spcPts val="600"/>
                        </a:spcBef>
                        <a:spcAft>
                          <a:spcPts val="0"/>
                        </a:spcAft>
                      </a:pPr>
                      <a:endParaRPr lang="en-US" sz="2400" dirty="0">
                        <a:solidFill>
                          <a:schemeClr val="bg2">
                            <a:lumMod val="10000"/>
                          </a:schemeClr>
                        </a:solidFill>
                        <a:effectLst/>
                        <a:latin typeface="Aptos Display" panose="020B0004020202020204" pitchFamily="34" charset="0"/>
                      </a:endParaRPr>
                    </a:p>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Technique</a:t>
                      </a:r>
                      <a:endParaRPr lang="en-US" sz="24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lnB w="12700" cap="flat" cmpd="sng" algn="ctr">
                      <a:solidFill>
                        <a:schemeClr val="bg2">
                          <a:lumMod val="10000"/>
                        </a:schemeClr>
                      </a:solidFill>
                      <a:prstDash val="solid"/>
                      <a:round/>
                      <a:headEnd type="none" w="med" len="med"/>
                      <a:tailEnd type="none" w="med" len="med"/>
                    </a:lnB>
                  </a:tcPr>
                </a:tc>
                <a:tc gridSpan="2">
                  <a:txBody>
                    <a:bodyPr/>
                    <a:lstStyle/>
                    <a:p>
                      <a:pPr marL="457200" marR="0" indent="-457200" algn="ctr">
                        <a:lnSpc>
                          <a:spcPct val="100000"/>
                        </a:lnSpc>
                        <a:spcBef>
                          <a:spcPts val="600"/>
                        </a:spcBef>
                        <a:spcAft>
                          <a:spcPts val="0"/>
                        </a:spcAft>
                      </a:pPr>
                      <a:endParaRPr lang="en-US" sz="2100" dirty="0">
                        <a:solidFill>
                          <a:schemeClr val="bg2">
                            <a:lumMod val="10000"/>
                          </a:schemeClr>
                        </a:solidFill>
                        <a:effectLst/>
                        <a:latin typeface="Aptos Display" panose="020B0004020202020204" pitchFamily="34" charset="0"/>
                      </a:endParaRPr>
                    </a:p>
                    <a:p>
                      <a:pPr marL="457200" marR="0" indent="-457200" algn="ctr">
                        <a:lnSpc>
                          <a:spcPct val="100000"/>
                        </a:lnSpc>
                        <a:spcBef>
                          <a:spcPts val="600"/>
                        </a:spcBef>
                        <a:spcAft>
                          <a:spcPts val="0"/>
                        </a:spcAft>
                      </a:pPr>
                      <a:r>
                        <a:rPr lang="en-US" sz="2100" dirty="0">
                          <a:solidFill>
                            <a:schemeClr val="bg2">
                              <a:lumMod val="10000"/>
                            </a:schemeClr>
                          </a:solidFill>
                          <a:effectLst/>
                          <a:latin typeface="Aptos Display" panose="020B0004020202020204" pitchFamily="34" charset="0"/>
                        </a:rPr>
                        <a:t>HOG&amp;SVM</a:t>
                      </a:r>
                      <a:endParaRPr lang="en-US" sz="32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121920" marR="121920" marT="60960" marB="60960"/>
                </a:tc>
                <a:tc hMerge="1">
                  <a:txBody>
                    <a:bodyPr/>
                    <a:lstStyle/>
                    <a:p>
                      <a:pPr rtl="1"/>
                      <a:endParaRPr lang="ar-SA"/>
                    </a:p>
                  </a:txBody>
                  <a:tcPr/>
                </a:tc>
                <a:tc gridSpan="2">
                  <a:txBody>
                    <a:bodyPr/>
                    <a:lstStyle/>
                    <a:p>
                      <a:pPr marL="457200" marR="0" indent="-457200" algn="ctr">
                        <a:lnSpc>
                          <a:spcPct val="100000"/>
                        </a:lnSpc>
                        <a:spcBef>
                          <a:spcPts val="600"/>
                        </a:spcBef>
                        <a:spcAft>
                          <a:spcPts val="0"/>
                        </a:spcAft>
                      </a:pPr>
                      <a:endParaRPr lang="en-US" sz="2100" dirty="0">
                        <a:solidFill>
                          <a:schemeClr val="bg2">
                            <a:lumMod val="10000"/>
                          </a:schemeClr>
                        </a:solidFill>
                        <a:effectLst/>
                        <a:latin typeface="Aptos Display" panose="020B0004020202020204" pitchFamily="34" charset="0"/>
                      </a:endParaRPr>
                    </a:p>
                    <a:p>
                      <a:pPr marL="457200" marR="0" indent="-457200" algn="ctr">
                        <a:lnSpc>
                          <a:spcPct val="100000"/>
                        </a:lnSpc>
                        <a:spcBef>
                          <a:spcPts val="600"/>
                        </a:spcBef>
                        <a:spcAft>
                          <a:spcPts val="0"/>
                        </a:spcAft>
                      </a:pPr>
                      <a:r>
                        <a:rPr lang="en-US" sz="2100" dirty="0">
                          <a:solidFill>
                            <a:schemeClr val="bg2">
                              <a:lumMod val="10000"/>
                            </a:schemeClr>
                          </a:solidFill>
                          <a:effectLst/>
                          <a:latin typeface="Aptos Display" panose="020B0004020202020204" pitchFamily="34" charset="0"/>
                        </a:rPr>
                        <a:t>VGG19&amp;SVM</a:t>
                      </a:r>
                      <a:endParaRPr lang="en-US" sz="32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121920" marR="121920" marT="60960" marB="60960"/>
                </a:tc>
                <a:tc hMerge="1">
                  <a:txBody>
                    <a:bodyPr/>
                    <a:lstStyle/>
                    <a:p>
                      <a:pPr rtl="1"/>
                      <a:endParaRPr lang="ar-SA"/>
                    </a:p>
                  </a:txBody>
                  <a:tcPr/>
                </a:tc>
                <a:tc gridSpan="2">
                  <a:txBody>
                    <a:bodyPr/>
                    <a:lstStyle/>
                    <a:p>
                      <a:pPr marL="457200" marR="0" indent="-457200" algn="ctr">
                        <a:lnSpc>
                          <a:spcPct val="100000"/>
                        </a:lnSpc>
                        <a:spcBef>
                          <a:spcPts val="600"/>
                        </a:spcBef>
                        <a:spcAft>
                          <a:spcPts val="0"/>
                        </a:spcAft>
                      </a:pPr>
                      <a:endParaRPr lang="en-US" sz="2100" dirty="0">
                        <a:solidFill>
                          <a:schemeClr val="bg2">
                            <a:lumMod val="10000"/>
                          </a:schemeClr>
                        </a:solidFill>
                        <a:effectLst/>
                        <a:latin typeface="Aptos Display" panose="020B0004020202020204" pitchFamily="34" charset="0"/>
                      </a:endParaRPr>
                    </a:p>
                    <a:p>
                      <a:pPr marL="457200" marR="0" indent="-457200" algn="ctr">
                        <a:lnSpc>
                          <a:spcPct val="100000"/>
                        </a:lnSpc>
                        <a:spcBef>
                          <a:spcPts val="600"/>
                        </a:spcBef>
                        <a:spcAft>
                          <a:spcPts val="0"/>
                        </a:spcAft>
                      </a:pPr>
                      <a:r>
                        <a:rPr lang="en-US" sz="2100" dirty="0">
                          <a:solidFill>
                            <a:schemeClr val="bg2">
                              <a:lumMod val="10000"/>
                            </a:schemeClr>
                          </a:solidFill>
                          <a:effectLst/>
                          <a:latin typeface="Aptos Display" panose="020B0004020202020204" pitchFamily="34" charset="0"/>
                        </a:rPr>
                        <a:t>YOLOv8</a:t>
                      </a:r>
                      <a:endParaRPr lang="en-US" sz="32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121920" marR="121920" marT="60960" marB="60960"/>
                </a:tc>
                <a:tc hMerge="1">
                  <a:txBody>
                    <a:bodyPr/>
                    <a:lstStyle/>
                    <a:p>
                      <a:pPr rtl="1"/>
                      <a:endParaRPr lang="ar-SA"/>
                    </a:p>
                  </a:txBody>
                  <a:tcPr/>
                </a:tc>
                <a:extLst>
                  <a:ext uri="{0D108BD9-81ED-4DB2-BD59-A6C34878D82A}">
                    <a16:rowId xmlns:a16="http://schemas.microsoft.com/office/drawing/2014/main" val="10000"/>
                  </a:ext>
                </a:extLst>
              </a:tr>
              <a:tr h="867760">
                <a:tc rowSpan="2">
                  <a:txBody>
                    <a:bodyPr/>
                    <a:lstStyle/>
                    <a:p>
                      <a:pPr marL="457200" marR="0" lvl="0" indent="-457200" algn="ctr" defTabSz="914400" rtl="0" eaLnBrk="1" fontAlgn="auto" latinLnBrk="0" hangingPunct="1">
                        <a:lnSpc>
                          <a:spcPct val="100000"/>
                        </a:lnSpc>
                        <a:spcBef>
                          <a:spcPts val="600"/>
                        </a:spcBef>
                        <a:spcAft>
                          <a:spcPts val="0"/>
                        </a:spcAft>
                        <a:buClr>
                          <a:srgbClr val="000000"/>
                        </a:buClr>
                        <a:buSzTx/>
                        <a:buFont typeface="Arial"/>
                        <a:buNone/>
                        <a:tabLst/>
                        <a:defRPr/>
                      </a:pPr>
                      <a:endParaRPr lang="en-US" sz="2400" dirty="0">
                        <a:solidFill>
                          <a:schemeClr val="bg2">
                            <a:lumMod val="10000"/>
                          </a:schemeClr>
                        </a:solidFill>
                        <a:effectLst/>
                        <a:latin typeface="Aptos Display" panose="020B0004020202020204" pitchFamily="34" charset="0"/>
                      </a:endParaRPr>
                    </a:p>
                    <a:p>
                      <a:pPr marL="457200" marR="0" lvl="0" indent="-457200" algn="ctr" defTabSz="914400" rtl="0" eaLnBrk="1" fontAlgn="auto" latinLnBrk="0" hangingPunct="1">
                        <a:lnSpc>
                          <a:spcPct val="100000"/>
                        </a:lnSpc>
                        <a:spcBef>
                          <a:spcPts val="600"/>
                        </a:spcBef>
                        <a:spcAft>
                          <a:spcPts val="0"/>
                        </a:spcAft>
                        <a:buClr>
                          <a:srgbClr val="000000"/>
                        </a:buClr>
                        <a:buSzTx/>
                        <a:buFont typeface="Arial"/>
                        <a:buNone/>
                        <a:tabLst/>
                        <a:defRPr/>
                      </a:pPr>
                      <a:r>
                        <a:rPr lang="en-US" sz="2400" dirty="0">
                          <a:solidFill>
                            <a:schemeClr val="bg2">
                              <a:lumMod val="10000"/>
                            </a:schemeClr>
                          </a:solidFill>
                          <a:effectLst/>
                          <a:latin typeface="Aptos Display" panose="020B0004020202020204" pitchFamily="34" charset="0"/>
                        </a:rPr>
                        <a:t>Accuracy</a:t>
                      </a:r>
                      <a:endParaRPr lang="en-US" sz="24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lnT w="12700" cap="flat" cmpd="sng" algn="ctr">
                      <a:solidFill>
                        <a:schemeClr val="bg2">
                          <a:lumMod val="10000"/>
                        </a:schemeClr>
                      </a:solidFill>
                      <a:prstDash val="solid"/>
                      <a:round/>
                      <a:headEnd type="none" w="med" len="med"/>
                      <a:tailEnd type="none" w="med" len="med"/>
                    </a:lnT>
                  </a:tcPr>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Eye</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Face</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Eye</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Face</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Eye</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a:solidFill>
                            <a:schemeClr val="bg2">
                              <a:lumMod val="10000"/>
                            </a:schemeClr>
                          </a:solidFill>
                          <a:effectLst/>
                          <a:latin typeface="Aptos Display" panose="020B0004020202020204" pitchFamily="34" charset="0"/>
                        </a:rPr>
                        <a:t>Face</a:t>
                      </a:r>
                      <a:endParaRPr lang="en-US" sz="370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extLst>
                  <a:ext uri="{0D108BD9-81ED-4DB2-BD59-A6C34878D82A}">
                    <a16:rowId xmlns:a16="http://schemas.microsoft.com/office/drawing/2014/main" val="10001"/>
                  </a:ext>
                </a:extLst>
              </a:tr>
              <a:tr h="855634">
                <a:tc vMerge="1">
                  <a:txBody>
                    <a:bodyPr/>
                    <a:lstStyle/>
                    <a:p>
                      <a:endParaRPr dirty="0"/>
                    </a:p>
                  </a:txBody>
                  <a:tcPr marL="68580" marR="68580"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75%</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97%</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88%</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98%</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92.86%</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tc>
                  <a:txBody>
                    <a:bodyPr/>
                    <a:lstStyle/>
                    <a:p>
                      <a:pPr marL="457200" marR="0" indent="-457200" algn="ctr">
                        <a:lnSpc>
                          <a:spcPct val="100000"/>
                        </a:lnSpc>
                        <a:spcBef>
                          <a:spcPts val="600"/>
                        </a:spcBef>
                        <a:spcAft>
                          <a:spcPts val="0"/>
                        </a:spcAft>
                      </a:pPr>
                      <a:r>
                        <a:rPr lang="en-US" sz="2400" dirty="0">
                          <a:solidFill>
                            <a:schemeClr val="bg2">
                              <a:lumMod val="10000"/>
                            </a:schemeClr>
                          </a:solidFill>
                          <a:effectLst/>
                          <a:latin typeface="Aptos Display" panose="020B0004020202020204" pitchFamily="34" charset="0"/>
                        </a:rPr>
                        <a:t>98.9%</a:t>
                      </a:r>
                      <a:endParaRPr lang="en-US" sz="37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97940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B6F6B996-F1CD-90D0-A2ED-D0847273BE02}"/>
              </a:ext>
            </a:extLst>
          </p:cNvPr>
          <p:cNvSpPr txBox="1">
            <a:spLocks noGrp="1"/>
          </p:cNvSpPr>
          <p:nvPr>
            <p:ph type="title"/>
          </p:nvPr>
        </p:nvSpPr>
        <p:spPr>
          <a:xfrm>
            <a:off x="4072714" y="2495551"/>
            <a:ext cx="10272184" cy="764116"/>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ct val="0"/>
              </a:spcBef>
              <a:spcAft>
                <a:spcPct val="0"/>
              </a:spcAft>
            </a:pPr>
            <a:r>
              <a:rPr lang="en-US" altLang="ar-SA" sz="8000" dirty="0" err="1">
                <a:latin typeface="Aptos Display" panose="020B0004020202020204" pitchFamily="34" charset="0"/>
                <a:cs typeface="Arial" panose="020B0604020202020204" pitchFamily="34" charset="0"/>
              </a:rPr>
              <a:t>FrontEnd</a:t>
            </a:r>
            <a:r>
              <a:rPr lang="en-US" altLang="ar-SA" sz="8000" dirty="0">
                <a:latin typeface="Aptos Display" panose="020B0004020202020204" pitchFamily="34" charset="0"/>
                <a:cs typeface="Arial" panose="020B0604020202020204" pitchFamily="34" charset="0"/>
              </a:rPr>
              <a:t> </a:t>
            </a:r>
            <a:endParaRPr lang="ar-SA" altLang="ar-SA" sz="8000" dirty="0">
              <a:latin typeface="Aptos Display" panose="020B0004020202020204" pitchFamily="34" charset="0"/>
              <a:cs typeface="Arial" panose="020B0604020202020204" pitchFamily="34" charset="0"/>
            </a:endParaRPr>
          </a:p>
        </p:txBody>
      </p:sp>
      <p:sp>
        <p:nvSpPr>
          <p:cNvPr id="3" name="Google Shape;304;p33">
            <a:extLst>
              <a:ext uri="{FF2B5EF4-FFF2-40B4-BE49-F238E27FC236}">
                <a16:creationId xmlns:a16="http://schemas.microsoft.com/office/drawing/2014/main" id="{66351026-6C4F-B18B-CF05-3D5DF751104C}"/>
              </a:ext>
            </a:extLst>
          </p:cNvPr>
          <p:cNvSpPr/>
          <p:nvPr/>
        </p:nvSpPr>
        <p:spPr>
          <a:xfrm>
            <a:off x="6383045" y="-1711569"/>
            <a:ext cx="3336689" cy="3167507"/>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4" name="Google Shape;304;p33">
            <a:extLst>
              <a:ext uri="{FF2B5EF4-FFF2-40B4-BE49-F238E27FC236}">
                <a16:creationId xmlns:a16="http://schemas.microsoft.com/office/drawing/2014/main" id="{B32B308A-2C1F-50DE-D4C8-3888113F4930}"/>
              </a:ext>
            </a:extLst>
          </p:cNvPr>
          <p:cNvSpPr/>
          <p:nvPr/>
        </p:nvSpPr>
        <p:spPr>
          <a:xfrm>
            <a:off x="2527300" y="5530850"/>
            <a:ext cx="3568699" cy="3331795"/>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Tree>
    <p:extLst>
      <p:ext uri="{BB962C8B-B14F-4D97-AF65-F5344CB8AC3E}">
        <p14:creationId xmlns:p14="http://schemas.microsoft.com/office/powerpoint/2010/main" val="544544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descr="A screenshot of a computer&#10;&#10;Description automatically generated">
            <a:extLst>
              <a:ext uri="{FF2B5EF4-FFF2-40B4-BE49-F238E27FC236}">
                <a16:creationId xmlns:a16="http://schemas.microsoft.com/office/drawing/2014/main" id="{640D685A-1B6F-30C1-2BB6-7043B67042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90" y="2090057"/>
            <a:ext cx="4961618" cy="284334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2" name="Picture 11">
            <a:extLst>
              <a:ext uri="{FF2B5EF4-FFF2-40B4-BE49-F238E27FC236}">
                <a16:creationId xmlns:a16="http://schemas.microsoft.com/office/drawing/2014/main" id="{19C80BA9-BC49-2EE7-36AE-DACB1E35C01F}"/>
              </a:ext>
            </a:extLst>
          </p:cNvPr>
          <p:cNvPicPr>
            <a:picLocks noChangeAspect="1"/>
          </p:cNvPicPr>
          <p:nvPr/>
        </p:nvPicPr>
        <p:blipFill>
          <a:blip r:embed="rId4"/>
          <a:stretch>
            <a:fillRect/>
          </a:stretch>
        </p:blipFill>
        <p:spPr>
          <a:xfrm>
            <a:off x="5887286" y="1153885"/>
            <a:ext cx="4937808" cy="4715692"/>
          </a:xfrm>
          <a:prstGeom prst="rect">
            <a:avLst/>
          </a:prstGeom>
        </p:spPr>
      </p:pic>
    </p:spTree>
    <p:extLst>
      <p:ext uri="{BB962C8B-B14F-4D97-AF65-F5344CB8AC3E}">
        <p14:creationId xmlns:p14="http://schemas.microsoft.com/office/powerpoint/2010/main" val="2949699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descr="A screenshot of a computer&#10;&#10;Description automatically generated">
            <a:extLst>
              <a:ext uri="{FF2B5EF4-FFF2-40B4-BE49-F238E27FC236}">
                <a16:creationId xmlns:a16="http://schemas.microsoft.com/office/drawing/2014/main" id="{640D685A-1B6F-30C1-2BB6-7043B67042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90" y="2090057"/>
            <a:ext cx="4961618" cy="284334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5" name="Picture 4">
            <a:extLst>
              <a:ext uri="{FF2B5EF4-FFF2-40B4-BE49-F238E27FC236}">
                <a16:creationId xmlns:a16="http://schemas.microsoft.com/office/drawing/2014/main" id="{DFF3A0F1-EBE3-816B-5D1F-D2C3C69F28AA}"/>
              </a:ext>
            </a:extLst>
          </p:cNvPr>
          <p:cNvPicPr>
            <a:picLocks noChangeAspect="1"/>
          </p:cNvPicPr>
          <p:nvPr/>
        </p:nvPicPr>
        <p:blipFill>
          <a:blip r:embed="rId4"/>
          <a:stretch>
            <a:fillRect/>
          </a:stretch>
        </p:blipFill>
        <p:spPr>
          <a:xfrm>
            <a:off x="6934651" y="186431"/>
            <a:ext cx="4027400" cy="6485138"/>
          </a:xfrm>
          <a:prstGeom prst="rect">
            <a:avLst/>
          </a:prstGeom>
        </p:spPr>
      </p:pic>
    </p:spTree>
    <p:extLst>
      <p:ext uri="{BB962C8B-B14F-4D97-AF65-F5344CB8AC3E}">
        <p14:creationId xmlns:p14="http://schemas.microsoft.com/office/powerpoint/2010/main" val="1624114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B6F6B996-F1CD-90D0-A2ED-D0847273BE02}"/>
              </a:ext>
            </a:extLst>
          </p:cNvPr>
          <p:cNvSpPr txBox="1">
            <a:spLocks noGrp="1"/>
          </p:cNvSpPr>
          <p:nvPr>
            <p:ph type="title"/>
          </p:nvPr>
        </p:nvSpPr>
        <p:spPr>
          <a:xfrm>
            <a:off x="4250267" y="2495551"/>
            <a:ext cx="10272184" cy="764116"/>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spcBef>
                <a:spcPct val="0"/>
              </a:spcBef>
              <a:spcAft>
                <a:spcPct val="0"/>
              </a:spcAft>
            </a:pPr>
            <a:r>
              <a:rPr lang="en-US" altLang="ar-SA" sz="8000" dirty="0">
                <a:latin typeface="Aptos Display" panose="020B0004020202020204" pitchFamily="34" charset="0"/>
                <a:cs typeface="Arial" panose="020B0604020202020204" pitchFamily="34" charset="0"/>
              </a:rPr>
              <a:t>Testing </a:t>
            </a:r>
            <a:endParaRPr lang="ar-SA" altLang="ar-SA" sz="8000" dirty="0">
              <a:latin typeface="Aptos Display" panose="020B0004020202020204" pitchFamily="34" charset="0"/>
              <a:cs typeface="Arial" panose="020B0604020202020204" pitchFamily="34" charset="0"/>
            </a:endParaRPr>
          </a:p>
        </p:txBody>
      </p:sp>
      <p:sp>
        <p:nvSpPr>
          <p:cNvPr id="3" name="Google Shape;304;p33">
            <a:extLst>
              <a:ext uri="{FF2B5EF4-FFF2-40B4-BE49-F238E27FC236}">
                <a16:creationId xmlns:a16="http://schemas.microsoft.com/office/drawing/2014/main" id="{66351026-6C4F-B18B-CF05-3D5DF751104C}"/>
              </a:ext>
            </a:extLst>
          </p:cNvPr>
          <p:cNvSpPr/>
          <p:nvPr/>
        </p:nvSpPr>
        <p:spPr>
          <a:xfrm>
            <a:off x="6383045" y="-1711569"/>
            <a:ext cx="3336689" cy="3167507"/>
          </a:xfrm>
          <a:prstGeom prst="donut">
            <a:avLst>
              <a:gd name="adj" fmla="val 12219"/>
            </a:avLst>
          </a:prstGeom>
          <a:solidFill>
            <a:schemeClr val="dk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dirty="0"/>
          </a:p>
        </p:txBody>
      </p:sp>
      <p:sp>
        <p:nvSpPr>
          <p:cNvPr id="4" name="Google Shape;304;p33">
            <a:extLst>
              <a:ext uri="{FF2B5EF4-FFF2-40B4-BE49-F238E27FC236}">
                <a16:creationId xmlns:a16="http://schemas.microsoft.com/office/drawing/2014/main" id="{B32B308A-2C1F-50DE-D4C8-3888113F4930}"/>
              </a:ext>
            </a:extLst>
          </p:cNvPr>
          <p:cNvSpPr/>
          <p:nvPr/>
        </p:nvSpPr>
        <p:spPr>
          <a:xfrm>
            <a:off x="2527300" y="5530850"/>
            <a:ext cx="3568699" cy="3331795"/>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Tree>
    <p:extLst>
      <p:ext uri="{BB962C8B-B14F-4D97-AF65-F5344CB8AC3E}">
        <p14:creationId xmlns:p14="http://schemas.microsoft.com/office/powerpoint/2010/main" val="2491320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6AF762A-0311-F2DC-3819-51F47FFE6427}"/>
              </a:ext>
            </a:extLst>
          </p:cNvPr>
          <p:cNvGraphicFramePr>
            <a:graphicFrameLocks noGrp="1"/>
          </p:cNvGraphicFramePr>
          <p:nvPr>
            <p:extLst>
              <p:ext uri="{D42A27DB-BD31-4B8C-83A1-F6EECF244321}">
                <p14:modId xmlns:p14="http://schemas.microsoft.com/office/powerpoint/2010/main" val="2758527622"/>
              </p:ext>
            </p:extLst>
          </p:nvPr>
        </p:nvGraphicFramePr>
        <p:xfrm>
          <a:off x="681749" y="178263"/>
          <a:ext cx="10828502" cy="6484055"/>
        </p:xfrm>
        <a:graphic>
          <a:graphicData uri="http://schemas.openxmlformats.org/drawingml/2006/table">
            <a:tbl>
              <a:tblPr firstRow="1" firstCol="1" bandRow="1">
                <a:tableStyleId>{5DA37D80-6434-44D0-A028-1B22A696006F}</a:tableStyleId>
              </a:tblPr>
              <a:tblGrid>
                <a:gridCol w="2137594">
                  <a:extLst>
                    <a:ext uri="{9D8B030D-6E8A-4147-A177-3AD203B41FA5}">
                      <a16:colId xmlns:a16="http://schemas.microsoft.com/office/drawing/2014/main" val="20000"/>
                    </a:ext>
                  </a:extLst>
                </a:gridCol>
                <a:gridCol w="2326985">
                  <a:extLst>
                    <a:ext uri="{9D8B030D-6E8A-4147-A177-3AD203B41FA5}">
                      <a16:colId xmlns:a16="http://schemas.microsoft.com/office/drawing/2014/main" val="20001"/>
                    </a:ext>
                  </a:extLst>
                </a:gridCol>
                <a:gridCol w="2302004">
                  <a:extLst>
                    <a:ext uri="{9D8B030D-6E8A-4147-A177-3AD203B41FA5}">
                      <a16:colId xmlns:a16="http://schemas.microsoft.com/office/drawing/2014/main" val="20002"/>
                    </a:ext>
                  </a:extLst>
                </a:gridCol>
                <a:gridCol w="2302004">
                  <a:extLst>
                    <a:ext uri="{9D8B030D-6E8A-4147-A177-3AD203B41FA5}">
                      <a16:colId xmlns:a16="http://schemas.microsoft.com/office/drawing/2014/main" val="20003"/>
                    </a:ext>
                  </a:extLst>
                </a:gridCol>
                <a:gridCol w="1759915">
                  <a:extLst>
                    <a:ext uri="{9D8B030D-6E8A-4147-A177-3AD203B41FA5}">
                      <a16:colId xmlns:a16="http://schemas.microsoft.com/office/drawing/2014/main" val="20004"/>
                    </a:ext>
                  </a:extLst>
                </a:gridCol>
              </a:tblGrid>
              <a:tr h="769816">
                <a:tc>
                  <a:txBody>
                    <a:bodyPr/>
                    <a:lstStyle/>
                    <a:p>
                      <a:pPr marL="0" marR="0" lvl="0" indent="0" algn="ctr" defTabSz="914400" rtl="0" eaLnBrk="1" fontAlgn="auto" latinLnBrk="0" hangingPunct="1">
                        <a:lnSpc>
                          <a:spcPct val="150000"/>
                        </a:lnSpc>
                        <a:spcBef>
                          <a:spcPts val="600"/>
                        </a:spcBef>
                        <a:spcAft>
                          <a:spcPts val="0"/>
                        </a:spcAft>
                        <a:buClr>
                          <a:srgbClr val="000000"/>
                        </a:buClr>
                        <a:buSzTx/>
                        <a:buFont typeface="Arial"/>
                        <a:buNone/>
                        <a:tabLst/>
                        <a:defRPr/>
                      </a:pPr>
                      <a:r>
                        <a:rPr lang="en-US" sz="1600" b="0" u="none" strike="noStrike" cap="none" dirty="0">
                          <a:solidFill>
                            <a:schemeClr val="tx1"/>
                          </a:solidFill>
                          <a:effectLst/>
                          <a:sym typeface="Arial"/>
                        </a:rPr>
                        <a:t>Test Case ID</a:t>
                      </a:r>
                    </a:p>
                    <a:p>
                      <a:pPr marL="0" marR="0" indent="0" algn="ctr">
                        <a:lnSpc>
                          <a:spcPct val="150000"/>
                        </a:lnSpc>
                        <a:spcBef>
                          <a:spcPts val="600"/>
                        </a:spcBef>
                        <a:spcAft>
                          <a:spcPts val="0"/>
                        </a:spcAft>
                      </a:pP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1600" dirty="0">
                          <a:solidFill>
                            <a:schemeClr val="tx1"/>
                          </a:solidFill>
                          <a:effectLst/>
                        </a:rPr>
                        <a:t>Test Case</a:t>
                      </a: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1600" dirty="0">
                          <a:solidFill>
                            <a:schemeClr val="tx1"/>
                          </a:solidFill>
                          <a:effectLst/>
                        </a:rPr>
                        <a:t>Scenario Description</a:t>
                      </a:r>
                    </a:p>
                    <a:p>
                      <a:pPr marL="0" marR="0" indent="0" algn="ctr">
                        <a:lnSpc>
                          <a:spcPct val="150000"/>
                        </a:lnSpc>
                        <a:spcBef>
                          <a:spcPts val="0"/>
                        </a:spcBef>
                        <a:spcAft>
                          <a:spcPts val="0"/>
                        </a:spcAft>
                      </a:pP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tx1"/>
                          </a:solidFill>
                          <a:effectLst/>
                        </a:rPr>
                        <a:t>Expected Result</a:t>
                      </a: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tx1"/>
                          </a:solidFill>
                          <a:effectLst/>
                        </a:rPr>
                        <a:t>Pass/Fail</a:t>
                      </a: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extLst>
                  <a:ext uri="{0D108BD9-81ED-4DB2-BD59-A6C34878D82A}">
                    <a16:rowId xmlns:a16="http://schemas.microsoft.com/office/drawing/2014/main" val="10000"/>
                  </a:ext>
                </a:extLst>
              </a:tr>
              <a:tr h="1022555">
                <a:tc>
                  <a:txBody>
                    <a:bodyPr/>
                    <a:lstStyle/>
                    <a:p>
                      <a:pPr marL="0" marR="0" indent="0" algn="ctr">
                        <a:lnSpc>
                          <a:spcPct val="150000"/>
                        </a:lnSpc>
                        <a:spcBef>
                          <a:spcPts val="600"/>
                        </a:spcBef>
                        <a:spcAft>
                          <a:spcPts val="0"/>
                        </a:spcAft>
                      </a:pPr>
                      <a:r>
                        <a:rPr lang="en-US" sz="1600" dirty="0">
                          <a:solidFill>
                            <a:schemeClr val="tx1"/>
                          </a:solidFill>
                          <a:effectLst/>
                        </a:rPr>
                        <a:t>TC_01</a:t>
                      </a: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Upload Valid Image</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Upload an image containing a person's face or eyes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The system can process the image and display result </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 PASS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extLst>
                  <a:ext uri="{0D108BD9-81ED-4DB2-BD59-A6C34878D82A}">
                    <a16:rowId xmlns:a16="http://schemas.microsoft.com/office/drawing/2014/main" val="10001"/>
                  </a:ext>
                </a:extLst>
              </a:tr>
              <a:tr h="1082932">
                <a:tc>
                  <a:txBody>
                    <a:bodyPr/>
                    <a:lstStyle/>
                    <a:p>
                      <a:pPr marL="0" marR="0" indent="0" algn="ctr">
                        <a:lnSpc>
                          <a:spcPct val="150000"/>
                        </a:lnSpc>
                        <a:spcBef>
                          <a:spcPts val="600"/>
                        </a:spcBef>
                        <a:spcAft>
                          <a:spcPts val="0"/>
                        </a:spcAft>
                      </a:pPr>
                      <a:r>
                        <a:rPr lang="en-US" sz="1600" dirty="0">
                          <a:solidFill>
                            <a:schemeClr val="tx1"/>
                          </a:solidFill>
                          <a:effectLst/>
                        </a:rPr>
                        <a:t>TC_02</a:t>
                      </a: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Upload Invalid Image</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Upload an image that does not contain any human face or eyes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The system can not process the image</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 PASS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extLst>
                  <a:ext uri="{0D108BD9-81ED-4DB2-BD59-A6C34878D82A}">
                    <a16:rowId xmlns:a16="http://schemas.microsoft.com/office/drawing/2014/main" val="10002"/>
                  </a:ext>
                </a:extLst>
              </a:tr>
              <a:tr h="1082932">
                <a:tc>
                  <a:txBody>
                    <a:bodyPr/>
                    <a:lstStyle/>
                    <a:p>
                      <a:pPr marL="0" marR="0" indent="0" algn="ctr">
                        <a:lnSpc>
                          <a:spcPct val="150000"/>
                        </a:lnSpc>
                        <a:spcBef>
                          <a:spcPts val="600"/>
                        </a:spcBef>
                        <a:spcAft>
                          <a:spcPts val="0"/>
                        </a:spcAft>
                      </a:pPr>
                      <a:r>
                        <a:rPr lang="en-US" sz="1600" dirty="0">
                          <a:solidFill>
                            <a:schemeClr val="tx1"/>
                          </a:solidFill>
                          <a:effectLst/>
                        </a:rPr>
                        <a:t>TC_03</a:t>
                      </a: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Low-Quality Image </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Upload a low-resolution or blurry image</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The system should still try to process the image and provide a result</a:t>
                      </a:r>
                      <a:r>
                        <a:rPr lang="ar-SA" sz="1600" dirty="0">
                          <a:solidFill>
                            <a:schemeClr val="bg2">
                              <a:lumMod val="10000"/>
                            </a:schemeClr>
                          </a:solidFill>
                          <a:effectLst/>
                        </a:rPr>
                        <a:t>.</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 PASS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extLst>
                  <a:ext uri="{0D108BD9-81ED-4DB2-BD59-A6C34878D82A}">
                    <a16:rowId xmlns:a16="http://schemas.microsoft.com/office/drawing/2014/main" val="10003"/>
                  </a:ext>
                </a:extLst>
              </a:tr>
              <a:tr h="1375441">
                <a:tc>
                  <a:txBody>
                    <a:bodyPr/>
                    <a:lstStyle/>
                    <a:p>
                      <a:pPr marL="0" marR="0" indent="0" algn="ctr">
                        <a:lnSpc>
                          <a:spcPct val="150000"/>
                        </a:lnSpc>
                        <a:spcBef>
                          <a:spcPts val="600"/>
                        </a:spcBef>
                        <a:spcAft>
                          <a:spcPts val="0"/>
                        </a:spcAft>
                      </a:pPr>
                      <a:r>
                        <a:rPr lang="en-US" sz="1600" dirty="0">
                          <a:solidFill>
                            <a:schemeClr val="tx1"/>
                          </a:solidFill>
                          <a:effectLst/>
                        </a:rPr>
                        <a:t>TC_04</a:t>
                      </a: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Image Upload Speed</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Upload images of different sizes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The system should process images within a sensible time , in any case of size</a:t>
                      </a:r>
                      <a:r>
                        <a:rPr lang="ar-SA" sz="1600" dirty="0">
                          <a:solidFill>
                            <a:schemeClr val="bg2">
                              <a:lumMod val="10000"/>
                            </a:schemeClr>
                          </a:solidFill>
                          <a:effectLst/>
                        </a:rPr>
                        <a:t>.       </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 PASS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extLst>
                  <a:ext uri="{0D108BD9-81ED-4DB2-BD59-A6C34878D82A}">
                    <a16:rowId xmlns:a16="http://schemas.microsoft.com/office/drawing/2014/main" val="10004"/>
                  </a:ext>
                </a:extLst>
              </a:tr>
              <a:tr h="1022555">
                <a:tc>
                  <a:txBody>
                    <a:bodyPr/>
                    <a:lstStyle/>
                    <a:p>
                      <a:pPr marL="0" marR="0" indent="0" algn="ctr">
                        <a:lnSpc>
                          <a:spcPct val="150000"/>
                        </a:lnSpc>
                        <a:spcBef>
                          <a:spcPts val="600"/>
                        </a:spcBef>
                        <a:spcAft>
                          <a:spcPts val="0"/>
                        </a:spcAft>
                      </a:pPr>
                      <a:r>
                        <a:rPr lang="en-US" sz="1600" dirty="0">
                          <a:solidFill>
                            <a:schemeClr val="tx1"/>
                          </a:solidFill>
                          <a:effectLst/>
                        </a:rPr>
                        <a:t>TC_05</a:t>
                      </a:r>
                      <a:endParaRPr lang="en-US" sz="1600" dirty="0">
                        <a:solidFill>
                          <a:schemeClr val="tx1"/>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Upload Unsupported Image Formats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Upload images in unsupported formats (e.g., PDF, BMP)</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The system should reject processing these formats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tc>
                  <a:txBody>
                    <a:bodyPr/>
                    <a:lstStyle/>
                    <a:p>
                      <a:pPr marL="0" marR="0" indent="0" algn="ctr">
                        <a:lnSpc>
                          <a:spcPct val="150000"/>
                        </a:lnSpc>
                        <a:spcBef>
                          <a:spcPts val="0"/>
                        </a:spcBef>
                        <a:spcAft>
                          <a:spcPts val="0"/>
                        </a:spcAft>
                      </a:pPr>
                      <a:r>
                        <a:rPr lang="en-US" sz="1600" dirty="0">
                          <a:solidFill>
                            <a:schemeClr val="bg2">
                              <a:lumMod val="10000"/>
                            </a:schemeClr>
                          </a:solidFill>
                          <a:effectLst/>
                        </a:rPr>
                        <a:t> PASS</a:t>
                      </a:r>
                      <a:endParaRPr lang="en-US" sz="1600" dirty="0">
                        <a:solidFill>
                          <a:schemeClr val="bg2">
                            <a:lumMod val="10000"/>
                          </a:schemeClr>
                        </a:solidFill>
                        <a:effectLst/>
                        <a:latin typeface="Aptos Display" panose="020B0004020202020204" pitchFamily="34" charset="0"/>
                        <a:ea typeface="Calibri" panose="020F0502020204030204" pitchFamily="34" charset="0"/>
                        <a:cs typeface="Calibri" panose="020F0502020204030204" pitchFamily="34" charset="0"/>
                      </a:endParaRPr>
                    </a:p>
                  </a:txBody>
                  <a:tcPr marL="42652" marR="42652"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67181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E342E13F-E98A-4648-4A97-5E840F1B3ED2}"/>
              </a:ext>
            </a:extLst>
          </p:cNvPr>
          <p:cNvSpPr txBox="1">
            <a:spLocks noGrp="1"/>
          </p:cNvSpPr>
          <p:nvPr>
            <p:ph type="title"/>
          </p:nvPr>
        </p:nvSpPr>
        <p:spPr>
          <a:xfrm>
            <a:off x="715433" y="518585"/>
            <a:ext cx="10272184" cy="764116"/>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spcBef>
                <a:spcPct val="0"/>
              </a:spcBef>
              <a:spcAft>
                <a:spcPct val="0"/>
              </a:spcAft>
            </a:pPr>
            <a:r>
              <a:rPr lang="en-US" altLang="ar-SA" sz="5333" dirty="0">
                <a:latin typeface="Engravers MT" panose="02090707080505020304" pitchFamily="18" charset="0"/>
                <a:cs typeface="Arial" panose="020B0604020202020204" pitchFamily="34" charset="0"/>
              </a:rPr>
              <a:t>Why Should You Choose Us?</a:t>
            </a:r>
            <a:endParaRPr lang="ar-SA" altLang="ar-SA" sz="5333" dirty="0">
              <a:latin typeface="Engravers MT" panose="02090707080505020304" pitchFamily="18" charset="0"/>
              <a:cs typeface="Arial" panose="020B0604020202020204" pitchFamily="34" charset="0"/>
            </a:endParaRPr>
          </a:p>
        </p:txBody>
      </p:sp>
      <p:sp>
        <p:nvSpPr>
          <p:cNvPr id="2" name="Google Shape;304;p33">
            <a:extLst>
              <a:ext uri="{FF2B5EF4-FFF2-40B4-BE49-F238E27FC236}">
                <a16:creationId xmlns:a16="http://schemas.microsoft.com/office/drawing/2014/main" id="{CE078775-A6DA-1821-21FA-269CC465E23B}"/>
              </a:ext>
            </a:extLst>
          </p:cNvPr>
          <p:cNvSpPr/>
          <p:nvPr/>
        </p:nvSpPr>
        <p:spPr>
          <a:xfrm>
            <a:off x="8667751" y="5427134"/>
            <a:ext cx="2654300" cy="2656417"/>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3" name="Google Shape;304;p33">
            <a:extLst>
              <a:ext uri="{FF2B5EF4-FFF2-40B4-BE49-F238E27FC236}">
                <a16:creationId xmlns:a16="http://schemas.microsoft.com/office/drawing/2014/main" id="{C4BFC2FA-F1C7-9897-AF47-6B0B2B6C80B7}"/>
              </a:ext>
            </a:extLst>
          </p:cNvPr>
          <p:cNvSpPr/>
          <p:nvPr/>
        </p:nvSpPr>
        <p:spPr>
          <a:xfrm>
            <a:off x="-1746410" y="2027767"/>
            <a:ext cx="2654300" cy="2654301"/>
          </a:xfrm>
          <a:prstGeom prst="donut">
            <a:avLst>
              <a:gd name="adj" fmla="val 12219"/>
            </a:avLst>
          </a:prstGeom>
          <a:solidFill>
            <a:schemeClr val="tx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5" name="TextBox 4">
            <a:extLst>
              <a:ext uri="{FF2B5EF4-FFF2-40B4-BE49-F238E27FC236}">
                <a16:creationId xmlns:a16="http://schemas.microsoft.com/office/drawing/2014/main" id="{75F2646A-3FD1-9C34-E68B-D31B1862A50C}"/>
              </a:ext>
            </a:extLst>
          </p:cNvPr>
          <p:cNvSpPr txBox="1"/>
          <p:nvPr/>
        </p:nvSpPr>
        <p:spPr>
          <a:xfrm>
            <a:off x="3071669" y="2899338"/>
            <a:ext cx="8250382" cy="1631216"/>
          </a:xfrm>
          <a:prstGeom prst="rect">
            <a:avLst/>
          </a:prstGeom>
          <a:noFill/>
        </p:spPr>
        <p:txBody>
          <a:bodyPr wrap="square" numCol="2">
            <a:spAutoFit/>
          </a:bodyPr>
          <a:lstStyle/>
          <a:p>
            <a:pPr marL="342900" indent="-342900">
              <a:buSzPct val="158000"/>
              <a:buFont typeface="Wingdings" panose="05000000000000000000" pitchFamily="2" charset="2"/>
              <a:buChar char="ü"/>
            </a:pPr>
            <a:r>
              <a:rPr lang="en-US" sz="2000" b="0" i="0" dirty="0">
                <a:solidFill>
                  <a:schemeClr val="bg2">
                    <a:lumMod val="10000"/>
                  </a:schemeClr>
                </a:solidFill>
                <a:effectLst/>
                <a:latin typeface="Roboto" panose="02000000000000000000" pitchFamily="2" charset="0"/>
              </a:rPr>
              <a:t>early intervention</a:t>
            </a:r>
          </a:p>
          <a:p>
            <a:pPr>
              <a:buSzPct val="158000"/>
            </a:pPr>
            <a:endParaRPr lang="en-US" sz="2000" b="0" i="0" dirty="0">
              <a:solidFill>
                <a:schemeClr val="bg2">
                  <a:lumMod val="10000"/>
                </a:schemeClr>
              </a:solidFill>
              <a:effectLst/>
              <a:latin typeface="Roboto" panose="02000000000000000000" pitchFamily="2" charset="0"/>
            </a:endParaRPr>
          </a:p>
          <a:p>
            <a:pPr marL="342900" indent="-342900">
              <a:buSzPct val="158000"/>
              <a:buFont typeface="Wingdings" panose="05000000000000000000" pitchFamily="2" charset="2"/>
              <a:buChar char="ü"/>
            </a:pPr>
            <a:r>
              <a:rPr lang="en-US" sz="2000" b="0" i="0" dirty="0">
                <a:solidFill>
                  <a:schemeClr val="bg2">
                    <a:lumMod val="10000"/>
                  </a:schemeClr>
                </a:solidFill>
                <a:effectLst/>
                <a:latin typeface="Roboto" panose="02000000000000000000" pitchFamily="2" charset="0"/>
              </a:rPr>
              <a:t>wasted money</a:t>
            </a:r>
          </a:p>
          <a:p>
            <a:pPr marL="342900" indent="-342900">
              <a:buSzPct val="158000"/>
              <a:buFont typeface="Wingdings" panose="05000000000000000000" pitchFamily="2" charset="2"/>
              <a:buChar char="ü"/>
            </a:pPr>
            <a:endParaRPr lang="en-US" sz="2000" b="0" i="0" dirty="0">
              <a:solidFill>
                <a:schemeClr val="bg2">
                  <a:lumMod val="10000"/>
                </a:schemeClr>
              </a:solidFill>
              <a:effectLst/>
              <a:latin typeface="Roboto" panose="02000000000000000000" pitchFamily="2" charset="0"/>
            </a:endParaRPr>
          </a:p>
          <a:p>
            <a:pPr marL="285750" indent="-285750">
              <a:buSzPct val="158000"/>
              <a:buFont typeface="Wingdings" panose="05000000000000000000" pitchFamily="2" charset="2"/>
              <a:buChar char="ü"/>
            </a:pPr>
            <a:r>
              <a:rPr lang="en-US" sz="2000" b="0" i="0" dirty="0">
                <a:solidFill>
                  <a:schemeClr val="bg2">
                    <a:lumMod val="10000"/>
                  </a:schemeClr>
                </a:solidFill>
                <a:effectLst/>
                <a:latin typeface="Roboto" panose="02000000000000000000" pitchFamily="2" charset="0"/>
              </a:rPr>
              <a:t>reduce the rate of abusers</a:t>
            </a:r>
            <a:endParaRPr lang="ar-SA" sz="2000" dirty="0">
              <a:solidFill>
                <a:schemeClr val="bg2">
                  <a:lumMod val="10000"/>
                </a:schemeClr>
              </a:solidFill>
            </a:endParaRPr>
          </a:p>
        </p:txBody>
      </p:sp>
    </p:spTree>
    <p:extLst>
      <p:ext uri="{BB962C8B-B14F-4D97-AF65-F5344CB8AC3E}">
        <p14:creationId xmlns:p14="http://schemas.microsoft.com/office/powerpoint/2010/main" val="1653470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Google Shape;525;p47">
            <a:extLst>
              <a:ext uri="{FF2B5EF4-FFF2-40B4-BE49-F238E27FC236}">
                <a16:creationId xmlns:a16="http://schemas.microsoft.com/office/drawing/2014/main" id="{0B47893A-326E-2171-D27E-52830321D6D6}"/>
              </a:ext>
            </a:extLst>
          </p:cNvPr>
          <p:cNvSpPr txBox="1">
            <a:spLocks noGrp="1"/>
          </p:cNvSpPr>
          <p:nvPr>
            <p:ph type="title"/>
          </p:nvPr>
        </p:nvSpPr>
        <p:spPr>
          <a:xfrm>
            <a:off x="1339852" y="387351"/>
            <a:ext cx="11078633" cy="764116"/>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Clr>
                <a:srgbClr val="FFFFFF"/>
              </a:buClr>
              <a:buFont typeface="Besley" charset="0"/>
              <a:buNone/>
              <a:defRPr/>
            </a:pPr>
            <a:r>
              <a:rPr lang="ar-SA" altLang="ar-SA" sz="6400" dirty="0">
                <a:solidFill>
                  <a:schemeClr val="bg2">
                    <a:lumMod val="10000"/>
                  </a:schemeClr>
                </a:solidFill>
                <a:latin typeface="Aptos Display" panose="020B0004020202020204" pitchFamily="34" charset="0"/>
                <a:cs typeface="Besley" charset="0"/>
                <a:sym typeface="Besley" charset="0"/>
              </a:rPr>
              <a:t>Limitations </a:t>
            </a:r>
            <a:r>
              <a:rPr lang="en-US" altLang="ar-SA" sz="6400" dirty="0">
                <a:solidFill>
                  <a:schemeClr val="bg2">
                    <a:lumMod val="10000"/>
                  </a:schemeClr>
                </a:solidFill>
                <a:latin typeface="Aptos Display" panose="020B0004020202020204" pitchFamily="34" charset="0"/>
                <a:cs typeface="Besley" charset="0"/>
                <a:sym typeface="Besley" charset="0"/>
              </a:rPr>
              <a:t>and Future Work </a:t>
            </a:r>
            <a:endParaRPr lang="ar-SA" altLang="ar-SA" sz="6400" dirty="0">
              <a:solidFill>
                <a:schemeClr val="bg2">
                  <a:lumMod val="10000"/>
                </a:schemeClr>
              </a:solidFill>
              <a:latin typeface="Aptos Display" panose="020B0004020202020204" pitchFamily="34" charset="0"/>
              <a:cs typeface="Besley" charset="0"/>
              <a:sym typeface="Besley" charset="0"/>
            </a:endParaRPr>
          </a:p>
        </p:txBody>
      </p:sp>
      <p:sp>
        <p:nvSpPr>
          <p:cNvPr id="82947" name="TextBox 3">
            <a:extLst>
              <a:ext uri="{FF2B5EF4-FFF2-40B4-BE49-F238E27FC236}">
                <a16:creationId xmlns:a16="http://schemas.microsoft.com/office/drawing/2014/main" id="{9EADCFC2-3F05-24A8-4516-1704F4FA37B9}"/>
              </a:ext>
            </a:extLst>
          </p:cNvPr>
          <p:cNvSpPr txBox="1">
            <a:spLocks noChangeArrowheads="1"/>
          </p:cNvSpPr>
          <p:nvPr/>
        </p:nvSpPr>
        <p:spPr bwMode="auto">
          <a:xfrm>
            <a:off x="618068" y="1890184"/>
            <a:ext cx="11419417" cy="3816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r>
              <a:rPr lang="en-US" altLang="ar-SA" sz="2667" dirty="0">
                <a:latin typeface="Aptos Display" panose="020B0004020202020204" pitchFamily="34" charset="0"/>
              </a:rPr>
              <a:t>We encountered difficulties during the dataset collection phase for illicit drug abuse detection, primarily due to the sensitive nature of the issue. Overcoming these challenges proved to be a daunting task. To enhance the project's objectives and address these limitations, several steps can be taken in the future:</a:t>
            </a:r>
          </a:p>
          <a:p>
            <a:endParaRPr lang="en-US" altLang="ar-SA" sz="2667" dirty="0">
              <a:latin typeface="Aptos Display" panose="020B0004020202020204" pitchFamily="34" charset="0"/>
            </a:endParaRPr>
          </a:p>
          <a:p>
            <a:r>
              <a:rPr lang="en-US" altLang="ar-SA" sz="2667" dirty="0">
                <a:latin typeface="Aptos Display" panose="020B0004020202020204" pitchFamily="34" charset="0"/>
              </a:rPr>
              <a:t>Firstly, expanding the dataset to encompass a broader range of illicit drugs, each with its distinct effects, would be beneficial. Additionally, training models to incorporate additional features beyond facial and pupil images, such as behavioral data, could enhance the efficacy of illicit drug abuse detection. </a:t>
            </a:r>
            <a:endParaRPr lang="ar-SA" altLang="ar-SA" sz="2667" dirty="0">
              <a:latin typeface="Aptos Display" panose="020B0004020202020204" pitchFamily="34" charset="0"/>
            </a:endParaRPr>
          </a:p>
        </p:txBody>
      </p:sp>
      <p:sp>
        <p:nvSpPr>
          <p:cNvPr id="2" name="Google Shape;304;p33">
            <a:extLst>
              <a:ext uri="{FF2B5EF4-FFF2-40B4-BE49-F238E27FC236}">
                <a16:creationId xmlns:a16="http://schemas.microsoft.com/office/drawing/2014/main" id="{0A0DC92F-0C52-3547-601D-0562AC85683C}"/>
              </a:ext>
            </a:extLst>
          </p:cNvPr>
          <p:cNvSpPr/>
          <p:nvPr/>
        </p:nvSpPr>
        <p:spPr>
          <a:xfrm>
            <a:off x="9269634" y="5529791"/>
            <a:ext cx="2654300" cy="2656417"/>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3" name="Google Shape;304;p33">
            <a:extLst>
              <a:ext uri="{FF2B5EF4-FFF2-40B4-BE49-F238E27FC236}">
                <a16:creationId xmlns:a16="http://schemas.microsoft.com/office/drawing/2014/main" id="{64ACE682-E03E-6936-CE63-10A56AF3A530}"/>
              </a:ext>
            </a:extLst>
          </p:cNvPr>
          <p:cNvSpPr/>
          <p:nvPr/>
        </p:nvSpPr>
        <p:spPr>
          <a:xfrm>
            <a:off x="-1623242" y="-412751"/>
            <a:ext cx="2654300" cy="2654301"/>
          </a:xfrm>
          <a:prstGeom prst="donut">
            <a:avLst>
              <a:gd name="adj" fmla="val 12219"/>
            </a:avLst>
          </a:prstGeom>
          <a:solidFill>
            <a:schemeClr val="tx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Tree>
    <p:extLst>
      <p:ext uri="{BB962C8B-B14F-4D97-AF65-F5344CB8AC3E}">
        <p14:creationId xmlns:p14="http://schemas.microsoft.com/office/powerpoint/2010/main" val="3669762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Google Shape;525;p47">
            <a:extLst>
              <a:ext uri="{FF2B5EF4-FFF2-40B4-BE49-F238E27FC236}">
                <a16:creationId xmlns:a16="http://schemas.microsoft.com/office/drawing/2014/main" id="{A030195C-2065-73D3-299A-EF6C3692961B}"/>
              </a:ext>
            </a:extLst>
          </p:cNvPr>
          <p:cNvSpPr txBox="1">
            <a:spLocks noGrp="1"/>
          </p:cNvSpPr>
          <p:nvPr>
            <p:ph type="title"/>
          </p:nvPr>
        </p:nvSpPr>
        <p:spPr>
          <a:xfrm>
            <a:off x="2621828" y="2331155"/>
            <a:ext cx="8647289" cy="1744133"/>
          </a:xfrm>
        </p:spPr>
        <p:txBody>
          <a:bodyP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spcBef>
                <a:spcPct val="0"/>
              </a:spcBef>
              <a:spcAft>
                <a:spcPct val="0"/>
              </a:spcAft>
              <a:buClr>
                <a:srgbClr val="FFFFFF"/>
              </a:buClr>
              <a:buFont typeface="Besley" charset="0"/>
              <a:buNone/>
              <a:defRPr/>
            </a:pPr>
            <a:r>
              <a:rPr lang="ar-SA" altLang="ar-SA" sz="16600" dirty="0">
                <a:solidFill>
                  <a:schemeClr val="bg2">
                    <a:lumMod val="10000"/>
                  </a:schemeClr>
                </a:solidFill>
                <a:latin typeface="Bahnschrift SemiBold Condensed" panose="020B0502040204020203" pitchFamily="34" charset="0"/>
                <a:ea typeface="ADLaM Display" panose="02010000000000000000" pitchFamily="2" charset="0"/>
                <a:cs typeface="ADLaM Display" panose="02010000000000000000" pitchFamily="2" charset="0"/>
                <a:sym typeface="Besley" charset="0"/>
              </a:rPr>
              <a:t>Thank You</a:t>
            </a:r>
          </a:p>
        </p:txBody>
      </p:sp>
      <p:sp>
        <p:nvSpPr>
          <p:cNvPr id="3" name="Google Shape;304;p33">
            <a:extLst>
              <a:ext uri="{FF2B5EF4-FFF2-40B4-BE49-F238E27FC236}">
                <a16:creationId xmlns:a16="http://schemas.microsoft.com/office/drawing/2014/main" id="{3648BD25-F0E9-C332-039F-6FF6F59790A3}"/>
              </a:ext>
            </a:extLst>
          </p:cNvPr>
          <p:cNvSpPr/>
          <p:nvPr/>
        </p:nvSpPr>
        <p:spPr>
          <a:xfrm>
            <a:off x="1294678" y="5438709"/>
            <a:ext cx="2654300" cy="2656417"/>
          </a:xfrm>
          <a:prstGeom prst="donut">
            <a:avLst>
              <a:gd name="adj" fmla="val 12219"/>
            </a:avLst>
          </a:prstGeom>
          <a:solidFill>
            <a:schemeClr val="bg2">
              <a:lumMod val="10000"/>
            </a:schemeClr>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
        <p:nvSpPr>
          <p:cNvPr id="4" name="Google Shape;304;p33">
            <a:extLst>
              <a:ext uri="{FF2B5EF4-FFF2-40B4-BE49-F238E27FC236}">
                <a16:creationId xmlns:a16="http://schemas.microsoft.com/office/drawing/2014/main" id="{E7CA0F93-B846-68E7-54C1-11829FB00567}"/>
              </a:ext>
            </a:extLst>
          </p:cNvPr>
          <p:cNvSpPr/>
          <p:nvPr/>
        </p:nvSpPr>
        <p:spPr>
          <a:xfrm>
            <a:off x="8485610" y="-1010411"/>
            <a:ext cx="2654300" cy="2654301"/>
          </a:xfrm>
          <a:prstGeom prst="donut">
            <a:avLst>
              <a:gd name="adj" fmla="val 12219"/>
            </a:avLst>
          </a:prstGeom>
          <a:solidFill>
            <a:schemeClr val="tx1"/>
          </a:solidFill>
          <a:ln>
            <a:noFill/>
          </a:ln>
        </p:spPr>
        <p:txBody>
          <a:bodyPr spcFirstLastPara="1" lIns="121900" tIns="121900" rIns="121900" bIns="121900" anchor="ctr"/>
          <a:lstStyle>
            <a:defPPr>
              <a:defRPr lang="ar-SA"/>
            </a:defPPr>
            <a:lvl1pPr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609585"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1219170"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828754"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2438339" algn="l" rtl="0" eaLnBrk="0" fontAlgn="base" hangingPunct="0">
              <a:spcBef>
                <a:spcPct val="0"/>
              </a:spcBef>
              <a:spcAft>
                <a:spcPct val="0"/>
              </a:spcAft>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3047924"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3657509"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4267093"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4876678" algn="l" defTabSz="1219170" rtl="0" eaLnBrk="1" latinLnBrk="0" hangingPunct="1">
              <a:defRPr sz="186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defRPr/>
            </a:pPr>
            <a:endParaRPr sz="2489"/>
          </a:p>
        </p:txBody>
      </p:sp>
    </p:spTree>
    <p:extLst>
      <p:ext uri="{BB962C8B-B14F-4D97-AF65-F5344CB8AC3E}">
        <p14:creationId xmlns:p14="http://schemas.microsoft.com/office/powerpoint/2010/main" val="3324932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rug Addiction Breakthrough by Slidesgo">
  <a:themeElements>
    <a:clrScheme name="Simple Light">
      <a:dk1>
        <a:srgbClr val="FFFFFF"/>
      </a:dk1>
      <a:lt1>
        <a:srgbClr val="1F2892"/>
      </a:lt1>
      <a:dk2>
        <a:srgbClr val="E1E1E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1233</TotalTime>
  <Words>666</Words>
  <Application>Microsoft Macintosh PowerPoint</Application>
  <PresentationFormat>Widescreen</PresentationFormat>
  <Paragraphs>126</Paragraphs>
  <Slides>33</Slides>
  <Notes>33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33</vt:i4>
      </vt:variant>
    </vt:vector>
  </HeadingPairs>
  <TitlesOfParts>
    <vt:vector size="48" baseType="lpstr">
      <vt:lpstr>ADLaM Display</vt:lpstr>
      <vt:lpstr>Aptos</vt:lpstr>
      <vt:lpstr>Aptos Display</vt:lpstr>
      <vt:lpstr>Arial</vt:lpstr>
      <vt:lpstr>Bahnschrift SemiBold</vt:lpstr>
      <vt:lpstr>Bahnschrift SemiBold Condensed</vt:lpstr>
      <vt:lpstr>Bebas Neue</vt:lpstr>
      <vt:lpstr>Besley</vt:lpstr>
      <vt:lpstr>Cambria</vt:lpstr>
      <vt:lpstr>Engravers MT</vt:lpstr>
      <vt:lpstr>Roboto</vt:lpstr>
      <vt:lpstr>Tajawal</vt:lpstr>
      <vt:lpstr>Times New Roman</vt:lpstr>
      <vt:lpstr>Wingdings</vt:lpstr>
      <vt:lpstr>Drug Addiction Breakthrough by Slidesgo</vt:lpstr>
      <vt:lpstr>PowerPoint Presentation</vt:lpstr>
      <vt:lpstr>Team Members</vt:lpstr>
      <vt:lpstr>Drug Abuse  </vt:lpstr>
      <vt:lpstr>PowerPoint Presentation</vt:lpstr>
      <vt:lpstr>PowerPoint Presentation</vt:lpstr>
      <vt:lpstr>PowerPoint Presentation</vt:lpstr>
      <vt:lpstr>Current Approach</vt:lpstr>
      <vt:lpstr>The Solution</vt:lpstr>
      <vt:lpstr>DRUGIMPRINT</vt:lpstr>
      <vt:lpstr>PowerPoint Presentation</vt:lpstr>
      <vt:lpstr>System  Analysis  </vt:lpstr>
      <vt:lpstr>PowerPoint Presentation</vt:lpstr>
      <vt:lpstr>Backend</vt:lpstr>
      <vt:lpstr>YOLOv8</vt:lpstr>
      <vt:lpstr>PowerPoint Presentation</vt:lpstr>
      <vt:lpstr>HOG Algorithm</vt:lpstr>
      <vt:lpstr>PowerPoint Presentation</vt:lpstr>
      <vt:lpstr>PowerPoint Presentation</vt:lpstr>
      <vt:lpstr>VGG19</vt:lpstr>
      <vt:lpstr>PowerPoint Presentation</vt:lpstr>
      <vt:lpstr>PowerPoint Presentation</vt:lpstr>
      <vt:lpstr>PowerPoint Presentation</vt:lpstr>
      <vt:lpstr>PowerPoint Presentation</vt:lpstr>
      <vt:lpstr>Result and Discussion </vt:lpstr>
      <vt:lpstr>PowerPoint Presentation</vt:lpstr>
      <vt:lpstr>FrontEnd </vt:lpstr>
      <vt:lpstr>PowerPoint Presentation</vt:lpstr>
      <vt:lpstr>PowerPoint Presentation</vt:lpstr>
      <vt:lpstr>Testing </vt:lpstr>
      <vt:lpstr>PowerPoint Presentation</vt:lpstr>
      <vt:lpstr>Why Should You Choose Us?</vt:lpstr>
      <vt:lpstr>Limitations and Future Work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HAMZAH MOHAMMED HASSAN ALSHALY</dc:creator>
  <cp:lastModifiedBy>RAUD,MOHAMMED,HASSN,ALSEHLI</cp:lastModifiedBy>
  <cp:revision>8</cp:revision>
  <dcterms:created xsi:type="dcterms:W3CDTF">2024-05-10T21:54:00Z</dcterms:created>
  <dcterms:modified xsi:type="dcterms:W3CDTF">2026-03-05T06:30:05Z</dcterms:modified>
</cp:coreProperties>
</file>